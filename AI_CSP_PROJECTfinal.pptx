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57" r:id="rId3"/>
    <p:sldId id="259" r:id="rId4"/>
    <p:sldId id="260" r:id="rId5"/>
    <p:sldId id="261" r:id="rId6"/>
    <p:sldId id="262" r:id="rId7"/>
    <p:sldId id="281" r:id="rId8"/>
    <p:sldId id="280" r:id="rId9"/>
    <p:sldId id="278" r:id="rId10"/>
    <p:sldId id="279" r:id="rId11"/>
    <p:sldId id="263" r:id="rId12"/>
    <p:sldId id="264" r:id="rId13"/>
    <p:sldId id="265"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E7E206-AA05-49A7-A95B-4EEBE4EE2B4A}" v="6" dt="2024-01-08T03:49:06.7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60"/>
  </p:normalViewPr>
  <p:slideViewPr>
    <p:cSldViewPr snapToGrid="0">
      <p:cViewPr varScale="1">
        <p:scale>
          <a:sx n="78" d="100"/>
          <a:sy n="78" d="100"/>
        </p:scale>
        <p:origin x="92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TI SINGH" userId="a80183fb4f777c02" providerId="LiveId" clId="{7FE7E206-AA05-49A7-A95B-4EEBE4EE2B4A}"/>
    <pc:docChg chg="undo custSel addSld modSld sldOrd">
      <pc:chgData name="MUKTI SINGH" userId="a80183fb4f777c02" providerId="LiveId" clId="{7FE7E206-AA05-49A7-A95B-4EEBE4EE2B4A}" dt="2024-01-08T04:05:54.553" v="125" actId="14100"/>
      <pc:docMkLst>
        <pc:docMk/>
      </pc:docMkLst>
      <pc:sldChg chg="modSp mod">
        <pc:chgData name="MUKTI SINGH" userId="a80183fb4f777c02" providerId="LiveId" clId="{7FE7E206-AA05-49A7-A95B-4EEBE4EE2B4A}" dt="2024-01-08T03:49:59.097" v="80" actId="20577"/>
        <pc:sldMkLst>
          <pc:docMk/>
          <pc:sldMk cId="412546131" sldId="259"/>
        </pc:sldMkLst>
        <pc:spChg chg="mod">
          <ac:chgData name="MUKTI SINGH" userId="a80183fb4f777c02" providerId="LiveId" clId="{7FE7E206-AA05-49A7-A95B-4EEBE4EE2B4A}" dt="2024-01-08T03:49:59.097" v="80" actId="20577"/>
          <ac:spMkLst>
            <pc:docMk/>
            <pc:sldMk cId="412546131" sldId="259"/>
            <ac:spMk id="4" creationId="{A8FB7AD1-B953-80BB-E178-570D7B01F017}"/>
          </ac:spMkLst>
        </pc:spChg>
      </pc:sldChg>
      <pc:sldChg chg="addSp delSp modSp new mod">
        <pc:chgData name="MUKTI SINGH" userId="a80183fb4f777c02" providerId="LiveId" clId="{7FE7E206-AA05-49A7-A95B-4EEBE4EE2B4A}" dt="2024-01-08T04:05:54.553" v="125" actId="14100"/>
        <pc:sldMkLst>
          <pc:docMk/>
          <pc:sldMk cId="3855979955" sldId="280"/>
        </pc:sldMkLst>
        <pc:spChg chg="mod">
          <ac:chgData name="MUKTI SINGH" userId="a80183fb4f777c02" providerId="LiveId" clId="{7FE7E206-AA05-49A7-A95B-4EEBE4EE2B4A}" dt="2024-01-08T03:46:54.418" v="17" actId="20577"/>
          <ac:spMkLst>
            <pc:docMk/>
            <pc:sldMk cId="3855979955" sldId="280"/>
            <ac:spMk id="3" creationId="{31BFC34B-477F-F71F-936B-CE85C6295D5C}"/>
          </ac:spMkLst>
        </pc:spChg>
        <pc:spChg chg="add del mod">
          <ac:chgData name="MUKTI SINGH" userId="a80183fb4f777c02" providerId="LiveId" clId="{7FE7E206-AA05-49A7-A95B-4EEBE4EE2B4A}" dt="2024-01-08T04:05:44.336" v="122" actId="20577"/>
          <ac:spMkLst>
            <pc:docMk/>
            <pc:sldMk cId="3855979955" sldId="280"/>
            <ac:spMk id="8" creationId="{36B050DA-B3A9-05FC-8491-BEB33C7E28E2}"/>
          </ac:spMkLst>
        </pc:spChg>
        <pc:picChg chg="add del mod">
          <ac:chgData name="MUKTI SINGH" userId="a80183fb4f777c02" providerId="LiveId" clId="{7FE7E206-AA05-49A7-A95B-4EEBE4EE2B4A}" dt="2024-01-08T03:44:13.354" v="2" actId="931"/>
          <ac:picMkLst>
            <pc:docMk/>
            <pc:sldMk cId="3855979955" sldId="280"/>
            <ac:picMk id="5" creationId="{F9E65887-AF31-E280-7566-B4EC64BD9EEE}"/>
          </ac:picMkLst>
        </pc:picChg>
        <pc:picChg chg="add mod modCrop">
          <ac:chgData name="MUKTI SINGH" userId="a80183fb4f777c02" providerId="LiveId" clId="{7FE7E206-AA05-49A7-A95B-4EEBE4EE2B4A}" dt="2024-01-08T04:05:54.553" v="125" actId="14100"/>
          <ac:picMkLst>
            <pc:docMk/>
            <pc:sldMk cId="3855979955" sldId="280"/>
            <ac:picMk id="7" creationId="{8C6C4122-8EED-59B4-9BD2-C8E6F413413C}"/>
          </ac:picMkLst>
        </pc:picChg>
      </pc:sldChg>
      <pc:sldChg chg="addSp delSp modSp new mod ord">
        <pc:chgData name="MUKTI SINGH" userId="a80183fb4f777c02" providerId="LiveId" clId="{7FE7E206-AA05-49A7-A95B-4EEBE4EE2B4A}" dt="2024-01-08T03:49:31.314" v="79" actId="20577"/>
        <pc:sldMkLst>
          <pc:docMk/>
          <pc:sldMk cId="859631322" sldId="281"/>
        </pc:sldMkLst>
        <pc:spChg chg="del">
          <ac:chgData name="MUKTI SINGH" userId="a80183fb4f777c02" providerId="LiveId" clId="{7FE7E206-AA05-49A7-A95B-4EEBE4EE2B4A}" dt="2024-01-08T03:44:46.845" v="5" actId="931"/>
          <ac:spMkLst>
            <pc:docMk/>
            <pc:sldMk cId="859631322" sldId="281"/>
            <ac:spMk id="3" creationId="{54BA31A6-8E70-7814-C216-5B2E19F9F612}"/>
          </ac:spMkLst>
        </pc:spChg>
        <pc:spChg chg="add mod">
          <ac:chgData name="MUKTI SINGH" userId="a80183fb4f777c02" providerId="LiveId" clId="{7FE7E206-AA05-49A7-A95B-4EEBE4EE2B4A}" dt="2024-01-08T03:49:31.314" v="79" actId="20577"/>
          <ac:spMkLst>
            <pc:docMk/>
            <pc:sldMk cId="859631322" sldId="281"/>
            <ac:spMk id="6" creationId="{B27D7FC1-F8EB-BA35-A817-C7D41BCB2A5F}"/>
          </ac:spMkLst>
        </pc:spChg>
        <pc:picChg chg="add mod">
          <ac:chgData name="MUKTI SINGH" userId="a80183fb4f777c02" providerId="LiveId" clId="{7FE7E206-AA05-49A7-A95B-4EEBE4EE2B4A}" dt="2024-01-08T03:49:01.570" v="64" actId="14100"/>
          <ac:picMkLst>
            <pc:docMk/>
            <pc:sldMk cId="859631322" sldId="281"/>
            <ac:picMk id="5" creationId="{B84D25A9-D587-F6A6-A24D-46624ABA97A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4" y="2514601"/>
            <a:ext cx="8915399" cy="2262781"/>
          </a:xfrm>
        </p:spPr>
        <p:txBody>
          <a:bodyPr anchor="b">
            <a:normAutofit/>
          </a:bodyPr>
          <a:lstStyle>
            <a:lvl1pPr>
              <a:defRPr sz="5401"/>
            </a:lvl1pPr>
          </a:lstStyle>
          <a:p>
            <a:r>
              <a:rPr lang="en-US"/>
              <a:t>Click to edit Master title style</a:t>
            </a:r>
          </a:p>
        </p:txBody>
      </p:sp>
      <p:sp>
        <p:nvSpPr>
          <p:cNvPr id="3" name="Subtitle 2"/>
          <p:cNvSpPr>
            <a:spLocks noGrp="1"/>
          </p:cNvSpPr>
          <p:nvPr>
            <p:ph type="subTitle" idx="1"/>
          </p:nvPr>
        </p:nvSpPr>
        <p:spPr>
          <a:xfrm>
            <a:off x="2589214" y="4777380"/>
            <a:ext cx="8915399" cy="1126283"/>
          </a:xfrm>
        </p:spPr>
        <p:txBody>
          <a:bodyPr anchor="t"/>
          <a:lstStyle>
            <a:lvl1pPr marL="0" indent="0" algn="l">
              <a:buNone/>
              <a:defRPr>
                <a:solidFill>
                  <a:schemeClr val="tx1">
                    <a:lumMod val="65000"/>
                    <a:lumOff val="35000"/>
                  </a:schemeClr>
                </a:solidFill>
              </a:defRPr>
            </a:lvl1pPr>
            <a:lvl2pPr marL="457206" indent="0" algn="ctr">
              <a:buNone/>
              <a:defRPr>
                <a:solidFill>
                  <a:schemeClr val="tx1">
                    <a:tint val="75000"/>
                  </a:schemeClr>
                </a:solidFill>
              </a:defRPr>
            </a:lvl2pPr>
            <a:lvl3pPr marL="914411" indent="0" algn="ctr">
              <a:buNone/>
              <a:defRPr>
                <a:solidFill>
                  <a:schemeClr val="tx1">
                    <a:tint val="75000"/>
                  </a:schemeClr>
                </a:solidFill>
              </a:defRPr>
            </a:lvl3pPr>
            <a:lvl4pPr marL="1371617" indent="0" algn="ctr">
              <a:buNone/>
              <a:defRPr>
                <a:solidFill>
                  <a:schemeClr val="tx1">
                    <a:tint val="75000"/>
                  </a:schemeClr>
                </a:solidFill>
              </a:defRPr>
            </a:lvl4pPr>
            <a:lvl5pPr marL="1828823" indent="0" algn="ctr">
              <a:buNone/>
              <a:defRPr>
                <a:solidFill>
                  <a:schemeClr val="tx1">
                    <a:tint val="75000"/>
                  </a:schemeClr>
                </a:solidFill>
              </a:defRPr>
            </a:lvl5pPr>
            <a:lvl6pPr marL="2286029" indent="0" algn="ctr">
              <a:buNone/>
              <a:defRPr>
                <a:solidFill>
                  <a:schemeClr val="tx1">
                    <a:tint val="75000"/>
                  </a:schemeClr>
                </a:solidFill>
              </a:defRPr>
            </a:lvl6pPr>
            <a:lvl7pPr marL="2743234" indent="0" algn="ctr">
              <a:buNone/>
              <a:defRPr>
                <a:solidFill>
                  <a:schemeClr val="tx1">
                    <a:tint val="75000"/>
                  </a:schemeClr>
                </a:solidFill>
              </a:defRPr>
            </a:lvl7pPr>
            <a:lvl8pPr marL="3200440" indent="0" algn="ctr">
              <a:buNone/>
              <a:defRPr>
                <a:solidFill>
                  <a:schemeClr val="tx1">
                    <a:tint val="75000"/>
                  </a:schemeClr>
                </a:solidFill>
              </a:defRPr>
            </a:lvl8pPr>
            <a:lvl9pPr marL="365764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849407F-49A2-4E45-97E6-DA6C1093F29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1" y="4323811"/>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4" y="4529541"/>
            <a:ext cx="779767" cy="365125"/>
          </a:xfrm>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2177088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6" y="624110"/>
            <a:ext cx="8911687" cy="1280890"/>
          </a:xfrm>
        </p:spPr>
        <p:txBody>
          <a:bodyPr/>
          <a:lstStyle/>
          <a:p>
            <a:r>
              <a:rPr lang="en-US"/>
              <a:t>Click to edit Master title style</a:t>
            </a:r>
          </a:p>
        </p:txBody>
      </p:sp>
      <p:sp>
        <p:nvSpPr>
          <p:cNvPr id="3" name="Content Placeholder 2"/>
          <p:cNvSpPr>
            <a:spLocks noGrp="1"/>
          </p:cNvSpPr>
          <p:nvPr>
            <p:ph idx="1"/>
          </p:nvPr>
        </p:nvSpPr>
        <p:spPr>
          <a:xfrm>
            <a:off x="2589213" y="2133601"/>
            <a:ext cx="8915401"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9407F-49A2-4E45-97E6-DA6C1093F29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6951322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3" y="2058750"/>
            <a:ext cx="8915399" cy="146880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2589213" y="3530129"/>
            <a:ext cx="8915399" cy="860400"/>
          </a:xfrm>
        </p:spPr>
        <p:txBody>
          <a:bodyPr anchor="t"/>
          <a:lstStyle>
            <a:lvl1pPr marL="0" indent="0" algn="l">
              <a:buNone/>
              <a:defRPr sz="2000">
                <a:solidFill>
                  <a:schemeClr val="tx1">
                    <a:lumMod val="65000"/>
                    <a:lumOff val="35000"/>
                  </a:schemeClr>
                </a:solidFill>
              </a:defRPr>
            </a:lvl1pPr>
            <a:lvl2pPr marL="457206" indent="0">
              <a:buNone/>
              <a:defRPr sz="1801">
                <a:solidFill>
                  <a:schemeClr val="tx1">
                    <a:tint val="75000"/>
                  </a:schemeClr>
                </a:solidFill>
              </a:defRPr>
            </a:lvl2pPr>
            <a:lvl3pPr marL="914411" indent="0">
              <a:buNone/>
              <a:defRPr sz="1600">
                <a:solidFill>
                  <a:schemeClr val="tx1">
                    <a:tint val="75000"/>
                  </a:schemeClr>
                </a:solidFill>
              </a:defRPr>
            </a:lvl3pPr>
            <a:lvl4pPr marL="1371617" indent="0">
              <a:buNone/>
              <a:defRPr sz="1401">
                <a:solidFill>
                  <a:schemeClr val="tx1">
                    <a:tint val="75000"/>
                  </a:schemeClr>
                </a:solidFill>
              </a:defRPr>
            </a:lvl4pPr>
            <a:lvl5pPr marL="1828823" indent="0">
              <a:buNone/>
              <a:defRPr sz="1401">
                <a:solidFill>
                  <a:schemeClr val="tx1">
                    <a:tint val="75000"/>
                  </a:schemeClr>
                </a:solidFill>
              </a:defRPr>
            </a:lvl5pPr>
            <a:lvl6pPr marL="2286029" indent="0">
              <a:buNone/>
              <a:defRPr sz="1401">
                <a:solidFill>
                  <a:schemeClr val="tx1">
                    <a:tint val="75000"/>
                  </a:schemeClr>
                </a:solidFill>
              </a:defRPr>
            </a:lvl6pPr>
            <a:lvl7pPr marL="2743234" indent="0">
              <a:buNone/>
              <a:defRPr sz="1401">
                <a:solidFill>
                  <a:schemeClr val="tx1">
                    <a:tint val="75000"/>
                  </a:schemeClr>
                </a:solidFill>
              </a:defRPr>
            </a:lvl7pPr>
            <a:lvl8pPr marL="3200440" indent="0">
              <a:buNone/>
              <a:defRPr sz="1401">
                <a:solidFill>
                  <a:schemeClr val="tx1">
                    <a:tint val="75000"/>
                  </a:schemeClr>
                </a:solidFill>
              </a:defRPr>
            </a:lvl8pPr>
            <a:lvl9pPr marL="3657646" indent="0">
              <a:buNone/>
              <a:defRPr sz="14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49407F-49A2-4E45-97E6-DA6C1093F29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5"/>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0"/>
            <a:ext cx="779767" cy="365125"/>
          </a:xfrm>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35449797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89213" y="2133601"/>
            <a:ext cx="4313865"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190748" y="2126223"/>
            <a:ext cx="4313865"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49407F-49A2-4E45-97E6-DA6C1093F29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8" y="71437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4" y="787783"/>
            <a:ext cx="779767" cy="365125"/>
          </a:xfrm>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37077646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4" y="2548966"/>
            <a:ext cx="4342892"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6"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49407F-49A2-4E45-97E6-DA6C1093F29B}" type="datetimeFigureOut">
              <a:rPr lang="en-IN" smtClean="0"/>
              <a:t>08-01-2024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8" y="71437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4" y="787783"/>
            <a:ext cx="779767" cy="365125"/>
          </a:xfrm>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36869008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49407F-49A2-4E45-97E6-DA6C1093F29B}" type="datetimeFigureOut">
              <a:rPr lang="en-IN" smtClean="0"/>
              <a:t>08-01-2024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8" y="71437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15146959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49407F-49A2-4E45-97E6-DA6C1093F29B}" type="datetimeFigureOut">
              <a:rPr lang="en-IN" smtClean="0"/>
              <a:t>08-01-2024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8" y="71437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18851044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46088"/>
            <a:ext cx="3505198" cy="976312"/>
          </a:xfrm>
        </p:spPr>
        <p:txBody>
          <a:bodyPr anchor="b"/>
          <a:lstStyle>
            <a:lvl1pPr algn="l">
              <a:defRPr sz="2000" b="0"/>
            </a:lvl1pPr>
          </a:lstStyle>
          <a:p>
            <a:r>
              <a:rPr lang="en-US"/>
              <a:t>Click to edit Master title style</a:t>
            </a:r>
          </a:p>
        </p:txBody>
      </p:sp>
      <p:sp>
        <p:nvSpPr>
          <p:cNvPr id="3" name="Content Placeholder 2"/>
          <p:cNvSpPr>
            <a:spLocks noGrp="1"/>
          </p:cNvSpPr>
          <p:nvPr>
            <p:ph idx="1"/>
          </p:nvPr>
        </p:nvSpPr>
        <p:spPr>
          <a:xfrm>
            <a:off x="6323012" y="446089"/>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89213" y="1598613"/>
            <a:ext cx="3505198" cy="4262436"/>
          </a:xfrm>
        </p:spPr>
        <p:txBody>
          <a:bodyPr/>
          <a:lstStyle>
            <a:lvl1pPr marL="0" indent="0">
              <a:buNone/>
              <a:defRPr sz="1401"/>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49407F-49A2-4E45-97E6-DA6C1093F29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71437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30015472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1"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2589213" y="634965"/>
            <a:ext cx="8915401" cy="3854970"/>
          </a:xfrm>
        </p:spPr>
        <p:txBody>
          <a:bodyPr anchor="t">
            <a:normAutofit/>
          </a:bodyPr>
          <a:lstStyle>
            <a:lvl1pPr marL="0" indent="0" algn="ctr">
              <a:buNone/>
              <a:defRPr sz="1600"/>
            </a:lvl1pPr>
            <a:lvl2pPr marL="457206" indent="0">
              <a:buNone/>
              <a:defRPr sz="1600"/>
            </a:lvl2pPr>
            <a:lvl3pPr marL="914411" indent="0">
              <a:buNone/>
              <a:defRPr sz="1600"/>
            </a:lvl3pPr>
            <a:lvl4pPr marL="1371617" indent="0">
              <a:buNone/>
              <a:defRPr sz="1600"/>
            </a:lvl4pPr>
            <a:lvl5pPr marL="1828823" indent="0">
              <a:buNone/>
              <a:defRPr sz="1600"/>
            </a:lvl5pPr>
            <a:lvl6pPr marL="2286029" indent="0">
              <a:buNone/>
              <a:defRPr sz="1600"/>
            </a:lvl6pPr>
            <a:lvl7pPr marL="2743234" indent="0">
              <a:buNone/>
              <a:defRPr sz="1600"/>
            </a:lvl7pPr>
            <a:lvl8pPr marL="3200440" indent="0">
              <a:buNone/>
              <a:defRPr sz="1600"/>
            </a:lvl8pPr>
            <a:lvl9pPr marL="3657646" indent="0">
              <a:buNone/>
              <a:defRPr sz="1600"/>
            </a:lvl9pPr>
          </a:lstStyle>
          <a:p>
            <a:r>
              <a:rPr lang="en-US"/>
              <a:t>Click icon to add picture</a:t>
            </a:r>
          </a:p>
        </p:txBody>
      </p:sp>
      <p:sp>
        <p:nvSpPr>
          <p:cNvPr id="4" name="Text Placeholder 3"/>
          <p:cNvSpPr>
            <a:spLocks noGrp="1"/>
          </p:cNvSpPr>
          <p:nvPr>
            <p:ph type="body" sz="half" idx="2"/>
          </p:nvPr>
        </p:nvSpPr>
        <p:spPr>
          <a:xfrm>
            <a:off x="2589213" y="5367338"/>
            <a:ext cx="8915401" cy="493712"/>
          </a:xfrm>
        </p:spPr>
        <p:txBody>
          <a:bodyPr>
            <a:normAutofit/>
          </a:bodyPr>
          <a:lstStyle>
            <a:lvl1pPr marL="0" indent="0">
              <a:buNone/>
              <a:defRPr sz="1200"/>
            </a:lvl1pPr>
            <a:lvl2pPr marL="457206" indent="0">
              <a:buNone/>
              <a:defRPr sz="1200"/>
            </a:lvl2pPr>
            <a:lvl3pPr marL="914411" indent="0">
              <a:buNone/>
              <a:defRPr sz="1001"/>
            </a:lvl3pPr>
            <a:lvl4pPr marL="1371617" indent="0">
              <a:buNone/>
              <a:defRPr sz="900"/>
            </a:lvl4pPr>
            <a:lvl5pPr marL="1828823" indent="0">
              <a:buNone/>
              <a:defRPr sz="900"/>
            </a:lvl5pPr>
            <a:lvl6pPr marL="2286029" indent="0">
              <a:buNone/>
              <a:defRPr sz="900"/>
            </a:lvl6pPr>
            <a:lvl7pPr marL="2743234" indent="0">
              <a:buNone/>
              <a:defRPr sz="900"/>
            </a:lvl7pPr>
            <a:lvl8pPr marL="3200440" indent="0">
              <a:buNone/>
              <a:defRPr sz="900"/>
            </a:lvl8pPr>
            <a:lvl9pPr marL="3657646"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49407F-49A2-4E45-97E6-DA6C1093F29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8"/>
            <a:ext cx="779767" cy="365125"/>
          </a:xfrm>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40531993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609600"/>
            <a:ext cx="8915399" cy="3117040"/>
          </a:xfrm>
        </p:spPr>
        <p:txBody>
          <a:bodyPr anchor="ctr">
            <a:normAutofit/>
          </a:bodyPr>
          <a:lstStyle>
            <a:lvl1pPr algn="l">
              <a:defRPr sz="4800" b="0" cap="none"/>
            </a:lvl1pPr>
          </a:lstStyle>
          <a:p>
            <a:r>
              <a:rPr lang="en-US"/>
              <a:t>Click to edit Master title style</a:t>
            </a:r>
          </a:p>
        </p:txBody>
      </p:sp>
      <p:sp>
        <p:nvSpPr>
          <p:cNvPr id="3" name="Text Placeholder 2"/>
          <p:cNvSpPr>
            <a:spLocks noGrp="1"/>
          </p:cNvSpPr>
          <p:nvPr>
            <p:ph type="body" idx="1"/>
          </p:nvPr>
        </p:nvSpPr>
        <p:spPr>
          <a:xfrm>
            <a:off x="2589213" y="4354047"/>
            <a:ext cx="8915399" cy="1555864"/>
          </a:xfrm>
        </p:spPr>
        <p:txBody>
          <a:bodyPr anchor="ctr">
            <a:normAutofit/>
          </a:bodyPr>
          <a:lstStyle>
            <a:lvl1pPr marL="0" indent="0" algn="l">
              <a:buNone/>
              <a:defRPr sz="1801">
                <a:solidFill>
                  <a:schemeClr val="tx1">
                    <a:lumMod val="65000"/>
                    <a:lumOff val="35000"/>
                  </a:schemeClr>
                </a:solidFill>
              </a:defRPr>
            </a:lvl1pPr>
            <a:lvl2pPr marL="457206" indent="0">
              <a:buNone/>
              <a:defRPr sz="1801">
                <a:solidFill>
                  <a:schemeClr val="tx1">
                    <a:tint val="75000"/>
                  </a:schemeClr>
                </a:solidFill>
              </a:defRPr>
            </a:lvl2pPr>
            <a:lvl3pPr marL="914411" indent="0">
              <a:buNone/>
              <a:defRPr sz="1600">
                <a:solidFill>
                  <a:schemeClr val="tx1">
                    <a:tint val="75000"/>
                  </a:schemeClr>
                </a:solidFill>
              </a:defRPr>
            </a:lvl3pPr>
            <a:lvl4pPr marL="1371617" indent="0">
              <a:buNone/>
              <a:defRPr sz="1401">
                <a:solidFill>
                  <a:schemeClr val="tx1">
                    <a:tint val="75000"/>
                  </a:schemeClr>
                </a:solidFill>
              </a:defRPr>
            </a:lvl4pPr>
            <a:lvl5pPr marL="1828823" indent="0">
              <a:buNone/>
              <a:defRPr sz="1401">
                <a:solidFill>
                  <a:schemeClr val="tx1">
                    <a:tint val="75000"/>
                  </a:schemeClr>
                </a:solidFill>
              </a:defRPr>
            </a:lvl5pPr>
            <a:lvl6pPr marL="2286029" indent="0">
              <a:buNone/>
              <a:defRPr sz="1401">
                <a:solidFill>
                  <a:schemeClr val="tx1">
                    <a:tint val="75000"/>
                  </a:schemeClr>
                </a:solidFill>
              </a:defRPr>
            </a:lvl6pPr>
            <a:lvl7pPr marL="2743234" indent="0">
              <a:buNone/>
              <a:defRPr sz="1401">
                <a:solidFill>
                  <a:schemeClr val="tx1">
                    <a:tint val="75000"/>
                  </a:schemeClr>
                </a:solidFill>
              </a:defRPr>
            </a:lvl7pPr>
            <a:lvl8pPr marL="3200440" indent="0">
              <a:buNone/>
              <a:defRPr sz="1401">
                <a:solidFill>
                  <a:schemeClr val="tx1">
                    <a:tint val="75000"/>
                  </a:schemeClr>
                </a:solidFill>
              </a:defRPr>
            </a:lvl8pPr>
            <a:lvl9pPr marL="3657646" indent="0">
              <a:buNone/>
              <a:defRPr sz="14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49407F-49A2-4E45-97E6-DA6C1093F29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8" y="3178175"/>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0"/>
            <a:ext cx="779767" cy="365125"/>
          </a:xfrm>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36186717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51" y="609601"/>
            <a:ext cx="8393925" cy="2895600"/>
          </a:xfrm>
        </p:spPr>
        <p:txBody>
          <a:bodyPr anchor="ctr">
            <a:normAutofit/>
          </a:bodyPr>
          <a:lstStyle>
            <a:lvl1pPr algn="l">
              <a:defRPr sz="4800" b="0" cap="none"/>
            </a:lvl1pPr>
          </a:lstStyle>
          <a:p>
            <a:r>
              <a:rPr lang="en-US"/>
              <a:t>Click to edit Master title style</a:t>
            </a:r>
          </a:p>
        </p:txBody>
      </p:sp>
      <p:sp>
        <p:nvSpPr>
          <p:cNvPr id="13" name="Text Placeholder 9"/>
          <p:cNvSpPr>
            <a:spLocks noGrp="1"/>
          </p:cNvSpPr>
          <p:nvPr>
            <p:ph type="body" sz="quarter" idx="13"/>
          </p:nvPr>
        </p:nvSpPr>
        <p:spPr>
          <a:xfrm>
            <a:off x="3275011" y="3505200"/>
            <a:ext cx="7536555" cy="381000"/>
          </a:xfrm>
        </p:spPr>
        <p:txBody>
          <a:bodyPr anchor="ctr">
            <a:noAutofit/>
          </a:bodyPr>
          <a:lstStyle>
            <a:lvl1pPr marL="0" indent="0">
              <a:buFontTx/>
              <a:buNone/>
              <a:defRPr sz="1600">
                <a:solidFill>
                  <a:schemeClr val="tx1">
                    <a:lumMod val="50000"/>
                    <a:lumOff val="50000"/>
                  </a:schemeClr>
                </a:solidFill>
              </a:defRPr>
            </a:lvl1pPr>
            <a:lvl2pPr marL="457206" indent="0">
              <a:buFontTx/>
              <a:buNone/>
              <a:defRPr/>
            </a:lvl2pPr>
            <a:lvl3pPr marL="914411" indent="0">
              <a:buFontTx/>
              <a:buNone/>
              <a:defRPr/>
            </a:lvl3pPr>
            <a:lvl4pPr marL="1371617" indent="0">
              <a:buFontTx/>
              <a:buNone/>
              <a:defRPr/>
            </a:lvl4pPr>
            <a:lvl5pPr marL="1828823"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3" y="4354047"/>
            <a:ext cx="8915399" cy="1555864"/>
          </a:xfrm>
        </p:spPr>
        <p:txBody>
          <a:bodyPr anchor="ctr">
            <a:normAutofit/>
          </a:bodyPr>
          <a:lstStyle>
            <a:lvl1pPr marL="0" indent="0" algn="l">
              <a:buNone/>
              <a:defRPr sz="1801">
                <a:solidFill>
                  <a:schemeClr val="tx1">
                    <a:lumMod val="65000"/>
                    <a:lumOff val="35000"/>
                  </a:schemeClr>
                </a:solidFill>
              </a:defRPr>
            </a:lvl1pPr>
            <a:lvl2pPr marL="457206" indent="0">
              <a:buNone/>
              <a:defRPr sz="1801">
                <a:solidFill>
                  <a:schemeClr val="tx1">
                    <a:tint val="75000"/>
                  </a:schemeClr>
                </a:solidFill>
              </a:defRPr>
            </a:lvl2pPr>
            <a:lvl3pPr marL="914411" indent="0">
              <a:buNone/>
              <a:defRPr sz="1600">
                <a:solidFill>
                  <a:schemeClr val="tx1">
                    <a:tint val="75000"/>
                  </a:schemeClr>
                </a:solidFill>
              </a:defRPr>
            </a:lvl3pPr>
            <a:lvl4pPr marL="1371617" indent="0">
              <a:buNone/>
              <a:defRPr sz="1401">
                <a:solidFill>
                  <a:schemeClr val="tx1">
                    <a:tint val="75000"/>
                  </a:schemeClr>
                </a:solidFill>
              </a:defRPr>
            </a:lvl4pPr>
            <a:lvl5pPr marL="1828823" indent="0">
              <a:buNone/>
              <a:defRPr sz="1401">
                <a:solidFill>
                  <a:schemeClr val="tx1">
                    <a:tint val="75000"/>
                  </a:schemeClr>
                </a:solidFill>
              </a:defRPr>
            </a:lvl5pPr>
            <a:lvl6pPr marL="2286029" indent="0">
              <a:buNone/>
              <a:defRPr sz="1401">
                <a:solidFill>
                  <a:schemeClr val="tx1">
                    <a:tint val="75000"/>
                  </a:schemeClr>
                </a:solidFill>
              </a:defRPr>
            </a:lvl6pPr>
            <a:lvl7pPr marL="2743234" indent="0">
              <a:buNone/>
              <a:defRPr sz="1401">
                <a:solidFill>
                  <a:schemeClr val="tx1">
                    <a:tint val="75000"/>
                  </a:schemeClr>
                </a:solidFill>
              </a:defRPr>
            </a:lvl7pPr>
            <a:lvl8pPr marL="3200440" indent="0">
              <a:buNone/>
              <a:defRPr sz="1401">
                <a:solidFill>
                  <a:schemeClr val="tx1">
                    <a:tint val="75000"/>
                  </a:schemeClr>
                </a:solidFill>
              </a:defRPr>
            </a:lvl8pPr>
            <a:lvl9pPr marL="3657646" indent="0">
              <a:buNone/>
              <a:defRPr sz="14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49407F-49A2-4E45-97E6-DA6C1093F29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8" y="3178175"/>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4" y="3244140"/>
            <a:ext cx="779767" cy="365125"/>
          </a:xfrm>
        </p:spPr>
        <p:txBody>
          <a:bodyPr/>
          <a:lstStyle/>
          <a:p>
            <a:fld id="{C53923FD-826F-4136-BE7E-A2F3EAE2126B}"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1" rIns="91440" bIns="45721" rtlCol="0" anchor="ctr">
            <a:noAutofit/>
          </a:bodyPr>
          <a:lstStyle/>
          <a:p>
            <a:pPr lvl="0"/>
            <a:r>
              <a:rPr lang="en-US" sz="8000" baseline="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1" rIns="91440" bIns="45721"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284956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1"/>
            <a:ext cx="8915401" cy="2724845"/>
          </a:xfrm>
        </p:spPr>
        <p:txBody>
          <a:bodyPr anchor="b">
            <a:normAutofit/>
          </a:bodyPr>
          <a:lstStyle>
            <a:lvl1pPr algn="l">
              <a:defRPr sz="4800" b="0"/>
            </a:lvl1pPr>
          </a:lstStyle>
          <a:p>
            <a:r>
              <a:rPr lang="en-US"/>
              <a:t>Click to edit Master title style</a:t>
            </a:r>
          </a:p>
        </p:txBody>
      </p:sp>
      <p:sp>
        <p:nvSpPr>
          <p:cNvPr id="4" name="Text Placeholder 3"/>
          <p:cNvSpPr>
            <a:spLocks noGrp="1"/>
          </p:cNvSpPr>
          <p:nvPr>
            <p:ph type="body" sz="half" idx="2"/>
          </p:nvPr>
        </p:nvSpPr>
        <p:spPr>
          <a:xfrm>
            <a:off x="2589213" y="5181600"/>
            <a:ext cx="8915401"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49407F-49A2-4E45-97E6-DA6C1093F29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8"/>
            <a:ext cx="779767" cy="365125"/>
          </a:xfrm>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2567079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51" y="609601"/>
            <a:ext cx="8393925" cy="2895600"/>
          </a:xfrm>
        </p:spPr>
        <p:txBody>
          <a:bodyPr anchor="ctr">
            <a:normAutofit/>
          </a:bodyPr>
          <a:lstStyle>
            <a:lvl1pPr algn="l">
              <a:defRPr sz="4800" b="0" cap="none"/>
            </a:lvl1pPr>
          </a:lstStyle>
          <a:p>
            <a:r>
              <a:rPr lang="en-US"/>
              <a:t>Click to edit Master title style</a:t>
            </a:r>
          </a:p>
        </p:txBody>
      </p:sp>
      <p:sp>
        <p:nvSpPr>
          <p:cNvPr id="21" name="Text Placeholder 9"/>
          <p:cNvSpPr>
            <a:spLocks noGrp="1"/>
          </p:cNvSpPr>
          <p:nvPr>
            <p:ph type="body" sz="quarter" idx="13"/>
          </p:nvPr>
        </p:nvSpPr>
        <p:spPr>
          <a:xfrm>
            <a:off x="2589213" y="4343400"/>
            <a:ext cx="8915401" cy="838200"/>
          </a:xfrm>
        </p:spPr>
        <p:txBody>
          <a:bodyPr anchor="b">
            <a:noAutofit/>
          </a:bodyPr>
          <a:lstStyle>
            <a:lvl1pPr marL="0" indent="0">
              <a:buFontTx/>
              <a:buNone/>
              <a:defRPr sz="2400">
                <a:solidFill>
                  <a:schemeClr val="accent1"/>
                </a:solidFill>
              </a:defRPr>
            </a:lvl1pPr>
            <a:lvl2pPr marL="457206" indent="0">
              <a:buFontTx/>
              <a:buNone/>
              <a:defRPr/>
            </a:lvl2pPr>
            <a:lvl3pPr marL="914411" indent="0">
              <a:buFontTx/>
              <a:buNone/>
              <a:defRPr/>
            </a:lvl3pPr>
            <a:lvl4pPr marL="1371617" indent="0">
              <a:buFontTx/>
              <a:buNone/>
              <a:defRPr/>
            </a:lvl4pPr>
            <a:lvl5pPr marL="1828823"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1"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49407F-49A2-4E45-97E6-DA6C1093F29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8" y="491172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8"/>
            <a:ext cx="779767" cy="365125"/>
          </a:xfrm>
        </p:spPr>
        <p:txBody>
          <a:bodyPr/>
          <a:lstStyle/>
          <a:p>
            <a:fld id="{C53923FD-826F-4136-BE7E-A2F3EAE2126B}"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1" rIns="91440" bIns="45721" rtlCol="0" anchor="ctr">
            <a:noAutofit/>
          </a:bodyPr>
          <a:lstStyle/>
          <a:p>
            <a:pPr lvl="0"/>
            <a:r>
              <a:rPr lang="en-US" sz="8000" baseline="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1" rIns="91440" bIns="45721" rtlCol="0" anchor="ctr">
            <a:noAutofit/>
          </a:bodyPr>
          <a:lstStyle/>
          <a:p>
            <a:pPr lvl="0"/>
            <a:r>
              <a:rPr lang="en-US" sz="8000" baseline="0">
                <a:ln w="3175" cmpd="sng">
                  <a:noFill/>
                </a:ln>
                <a:solidFill>
                  <a:schemeClr val="accent1"/>
                </a:solidFill>
                <a:effectLst/>
                <a:latin typeface="Arial"/>
              </a:rPr>
              <a:t>”</a:t>
            </a:r>
          </a:p>
        </p:txBody>
      </p:sp>
    </p:spTree>
    <p:extLst>
      <p:ext uri="{BB962C8B-B14F-4D97-AF65-F5344CB8AC3E}">
        <p14:creationId xmlns:p14="http://schemas.microsoft.com/office/powerpoint/2010/main" val="5213254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3" y="627408"/>
            <a:ext cx="8915399" cy="2880020"/>
          </a:xfrm>
        </p:spPr>
        <p:txBody>
          <a:bodyPr anchor="ctr">
            <a:normAutofit/>
          </a:bodyPr>
          <a:lstStyle>
            <a:lvl1pPr algn="l">
              <a:defRPr sz="4800" b="0"/>
            </a:lvl1pPr>
          </a:lstStyle>
          <a:p>
            <a:r>
              <a:rPr lang="en-US"/>
              <a:t>Click to edit Master title style</a:t>
            </a:r>
          </a:p>
        </p:txBody>
      </p:sp>
      <p:sp>
        <p:nvSpPr>
          <p:cNvPr id="21" name="Text Placeholder 9"/>
          <p:cNvSpPr>
            <a:spLocks noGrp="1"/>
          </p:cNvSpPr>
          <p:nvPr>
            <p:ph type="body" sz="quarter" idx="13"/>
          </p:nvPr>
        </p:nvSpPr>
        <p:spPr>
          <a:xfrm>
            <a:off x="2589213" y="4343400"/>
            <a:ext cx="8915401" cy="838200"/>
          </a:xfrm>
        </p:spPr>
        <p:txBody>
          <a:bodyPr anchor="b">
            <a:noAutofit/>
          </a:bodyPr>
          <a:lstStyle>
            <a:lvl1pPr marL="0" indent="0">
              <a:buFontTx/>
              <a:buNone/>
              <a:defRPr sz="2400">
                <a:solidFill>
                  <a:schemeClr val="accent1"/>
                </a:solidFill>
              </a:defRPr>
            </a:lvl1pPr>
            <a:lvl2pPr marL="457206" indent="0">
              <a:buFontTx/>
              <a:buNone/>
              <a:defRPr/>
            </a:lvl2pPr>
            <a:lvl3pPr marL="914411" indent="0">
              <a:buFontTx/>
              <a:buNone/>
              <a:defRPr/>
            </a:lvl3pPr>
            <a:lvl4pPr marL="1371617" indent="0">
              <a:buFontTx/>
              <a:buNone/>
              <a:defRPr/>
            </a:lvl4pPr>
            <a:lvl5pPr marL="1828823"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1"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49407F-49A2-4E45-97E6-DA6C1093F29B}" type="datetimeFigureOut">
              <a:rPr lang="en-IN" smtClean="0"/>
              <a:t>08-01-2024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8" y="491172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4" y="4983088"/>
            <a:ext cx="779767" cy="365125"/>
          </a:xfrm>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2241542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9407F-49A2-4E45-97E6-DA6C1093F29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25731265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2" cy="5283817"/>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2589213" y="627405"/>
            <a:ext cx="6477001"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49407F-49A2-4E45-97E6-DA6C1093F29B}" type="datetimeFigureOut">
              <a:rPr lang="en-IN" smtClean="0"/>
              <a:t>08-01-2024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8" y="714376"/>
            <a:ext cx="1588526"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53923FD-826F-4136-BE7E-A2F3EAE2126B}" type="slidenum">
              <a:rPr lang="en-IN" smtClean="0"/>
              <a:t>‹#›</a:t>
            </a:fld>
            <a:endParaRPr lang="en-IN"/>
          </a:p>
        </p:txBody>
      </p:sp>
    </p:spTree>
    <p:extLst>
      <p:ext uri="{BB962C8B-B14F-4D97-AF65-F5344CB8AC3E}">
        <p14:creationId xmlns:p14="http://schemas.microsoft.com/office/powerpoint/2010/main" val="1767234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0"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2"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5" y="624110"/>
            <a:ext cx="8911687" cy="128089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2589213" y="2133600"/>
            <a:ext cx="8915401"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849407F-49A2-4E45-97E6-DA6C1093F29B}" type="datetimeFigureOut">
              <a:rPr lang="en-IN" smtClean="0"/>
              <a:t>08-01-2024</a:t>
            </a:fld>
            <a:endParaRPr lang="en-IN"/>
          </a:p>
        </p:txBody>
      </p:sp>
      <p:sp>
        <p:nvSpPr>
          <p:cNvPr id="5" name="Footer Placeholder 4"/>
          <p:cNvSpPr>
            <a:spLocks noGrp="1"/>
          </p:cNvSpPr>
          <p:nvPr>
            <p:ph type="ftr" sz="quarter" idx="3"/>
          </p:nvPr>
        </p:nvSpPr>
        <p:spPr>
          <a:xfrm>
            <a:off x="2589213" y="6135809"/>
            <a:ext cx="761999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4" y="787783"/>
            <a:ext cx="779767" cy="365125"/>
          </a:xfrm>
          <a:prstGeom prst="rect">
            <a:avLst/>
          </a:prstGeom>
        </p:spPr>
        <p:txBody>
          <a:bodyPr vert="horz" lIns="91440" tIns="45720" rIns="91440" bIns="45720" rtlCol="0" anchor="ctr"/>
          <a:lstStyle>
            <a:lvl1pPr algn="r">
              <a:defRPr sz="2000">
                <a:solidFill>
                  <a:srgbClr val="FEFFFF"/>
                </a:solidFill>
              </a:defRPr>
            </a:lvl1pPr>
          </a:lstStyle>
          <a:p>
            <a:fld id="{C53923FD-826F-4136-BE7E-A2F3EAE2126B}" type="slidenum">
              <a:rPr lang="en-IN" smtClean="0"/>
              <a:t>‹#›</a:t>
            </a:fld>
            <a:endParaRPr lang="en-IN"/>
          </a:p>
        </p:txBody>
      </p:sp>
    </p:spTree>
    <p:extLst>
      <p:ext uri="{BB962C8B-B14F-4D97-AF65-F5344CB8AC3E}">
        <p14:creationId xmlns:p14="http://schemas.microsoft.com/office/powerpoint/2010/main" val="183960814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xStyles>
    <p:titleStyle>
      <a:lvl1pPr algn="l" defTabSz="457206"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4" indent="-342904" algn="l" defTabSz="457206" rtl="0" eaLnBrk="1" latinLnBrk="0" hangingPunct="1">
        <a:spcBef>
          <a:spcPts val="1001"/>
        </a:spcBef>
        <a:spcAft>
          <a:spcPts val="0"/>
        </a:spcAft>
        <a:buClr>
          <a:schemeClr val="accent1"/>
        </a:buClr>
        <a:buFont typeface="Wingdings 3" charset="2"/>
        <a:buChar char=""/>
        <a:defRPr sz="1801" kern="1200">
          <a:solidFill>
            <a:schemeClr val="tx1">
              <a:lumMod val="75000"/>
              <a:lumOff val="25000"/>
            </a:schemeClr>
          </a:solidFill>
          <a:latin typeface="+mn-lt"/>
          <a:ea typeface="+mn-ea"/>
          <a:cs typeface="+mn-cs"/>
        </a:defRPr>
      </a:lvl1pPr>
      <a:lvl2pPr marL="742959" indent="-285753" algn="l" defTabSz="457206" rtl="0" eaLnBrk="1" latinLnBrk="0" hangingPunct="1">
        <a:spcBef>
          <a:spcPts val="1001"/>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15" indent="-228604" algn="l" defTabSz="457206" rtl="0" eaLnBrk="1" latinLnBrk="0" hangingPunct="1">
        <a:spcBef>
          <a:spcPts val="1001"/>
        </a:spcBef>
        <a:spcAft>
          <a:spcPts val="0"/>
        </a:spcAft>
        <a:buClr>
          <a:schemeClr val="accent1"/>
        </a:buClr>
        <a:buFont typeface="Wingdings 3" charset="2"/>
        <a:buChar char=""/>
        <a:defRPr sz="1401" kern="1200">
          <a:solidFill>
            <a:schemeClr val="tx1">
              <a:lumMod val="75000"/>
              <a:lumOff val="25000"/>
            </a:schemeClr>
          </a:solidFill>
          <a:latin typeface="+mn-lt"/>
          <a:ea typeface="+mn-ea"/>
          <a:cs typeface="+mn-cs"/>
        </a:defRPr>
      </a:lvl3pPr>
      <a:lvl4pPr marL="1600221" indent="-228604" algn="l" defTabSz="457206" rtl="0" eaLnBrk="1" latinLnBrk="0" hangingPunct="1">
        <a:spcBef>
          <a:spcPts val="1001"/>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27" indent="-228604" algn="l" defTabSz="457206" rtl="0" eaLnBrk="1" latinLnBrk="0" hangingPunct="1">
        <a:spcBef>
          <a:spcPts val="1001"/>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32" indent="-228604" algn="l" defTabSz="457206" rtl="0" eaLnBrk="1" latinLnBrk="0" hangingPunct="1">
        <a:spcBef>
          <a:spcPts val="1001"/>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38" indent="-228604" algn="l" defTabSz="457206" rtl="0" eaLnBrk="1" latinLnBrk="0" hangingPunct="1">
        <a:spcBef>
          <a:spcPts val="1001"/>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44" indent="-228604" algn="l" defTabSz="457206" rtl="0" eaLnBrk="1" latinLnBrk="0" hangingPunct="1">
        <a:spcBef>
          <a:spcPts val="1001"/>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49" indent="-228604" algn="l" defTabSz="457206" rtl="0" eaLnBrk="1" latinLnBrk="0" hangingPunct="1">
        <a:spcBef>
          <a:spcPts val="1001"/>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6" rtl="0" eaLnBrk="1" latinLnBrk="0" hangingPunct="1">
        <a:defRPr sz="1801" kern="1200">
          <a:solidFill>
            <a:schemeClr val="tx1"/>
          </a:solidFill>
          <a:latin typeface="+mn-lt"/>
          <a:ea typeface="+mn-ea"/>
          <a:cs typeface="+mn-cs"/>
        </a:defRPr>
      </a:lvl1pPr>
      <a:lvl2pPr marL="457206" algn="l" defTabSz="457206" rtl="0" eaLnBrk="1" latinLnBrk="0" hangingPunct="1">
        <a:defRPr sz="1801" kern="1200">
          <a:solidFill>
            <a:schemeClr val="tx1"/>
          </a:solidFill>
          <a:latin typeface="+mn-lt"/>
          <a:ea typeface="+mn-ea"/>
          <a:cs typeface="+mn-cs"/>
        </a:defRPr>
      </a:lvl2pPr>
      <a:lvl3pPr marL="914411" algn="l" defTabSz="457206" rtl="0" eaLnBrk="1" latinLnBrk="0" hangingPunct="1">
        <a:defRPr sz="1801" kern="1200">
          <a:solidFill>
            <a:schemeClr val="tx1"/>
          </a:solidFill>
          <a:latin typeface="+mn-lt"/>
          <a:ea typeface="+mn-ea"/>
          <a:cs typeface="+mn-cs"/>
        </a:defRPr>
      </a:lvl3pPr>
      <a:lvl4pPr marL="1371617" algn="l" defTabSz="457206" rtl="0" eaLnBrk="1" latinLnBrk="0" hangingPunct="1">
        <a:defRPr sz="1801" kern="1200">
          <a:solidFill>
            <a:schemeClr val="tx1"/>
          </a:solidFill>
          <a:latin typeface="+mn-lt"/>
          <a:ea typeface="+mn-ea"/>
          <a:cs typeface="+mn-cs"/>
        </a:defRPr>
      </a:lvl4pPr>
      <a:lvl5pPr marL="1828823" algn="l" defTabSz="457206" rtl="0" eaLnBrk="1" latinLnBrk="0" hangingPunct="1">
        <a:defRPr sz="1801" kern="1200">
          <a:solidFill>
            <a:schemeClr val="tx1"/>
          </a:solidFill>
          <a:latin typeface="+mn-lt"/>
          <a:ea typeface="+mn-ea"/>
          <a:cs typeface="+mn-cs"/>
        </a:defRPr>
      </a:lvl5pPr>
      <a:lvl6pPr marL="2286029" algn="l" defTabSz="457206" rtl="0" eaLnBrk="1" latinLnBrk="0" hangingPunct="1">
        <a:defRPr sz="1801" kern="1200">
          <a:solidFill>
            <a:schemeClr val="tx1"/>
          </a:solidFill>
          <a:latin typeface="+mn-lt"/>
          <a:ea typeface="+mn-ea"/>
          <a:cs typeface="+mn-cs"/>
        </a:defRPr>
      </a:lvl6pPr>
      <a:lvl7pPr marL="2743234" algn="l" defTabSz="457206" rtl="0" eaLnBrk="1" latinLnBrk="0" hangingPunct="1">
        <a:defRPr sz="1801" kern="1200">
          <a:solidFill>
            <a:schemeClr val="tx1"/>
          </a:solidFill>
          <a:latin typeface="+mn-lt"/>
          <a:ea typeface="+mn-ea"/>
          <a:cs typeface="+mn-cs"/>
        </a:defRPr>
      </a:lvl7pPr>
      <a:lvl8pPr marL="3200440" algn="l" defTabSz="457206" rtl="0" eaLnBrk="1" latinLnBrk="0" hangingPunct="1">
        <a:defRPr sz="1801" kern="1200">
          <a:solidFill>
            <a:schemeClr val="tx1"/>
          </a:solidFill>
          <a:latin typeface="+mn-lt"/>
          <a:ea typeface="+mn-ea"/>
          <a:cs typeface="+mn-cs"/>
        </a:defRPr>
      </a:lvl8pPr>
      <a:lvl9pPr marL="3657646" algn="l" defTabSz="457206"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ieeexplore.ieee.org/xpl/tocresult.jsp?isnumber=22235&amp;punumber=83" TargetMode="External"/><Relationship Id="rId2" Type="http://schemas.openxmlformats.org/officeDocument/2006/relationships/hyperlink" Target="https://ieeexplore.ieee.org/xpl/RecentIssue.jsp?punumber=8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68FB70-C10D-91B2-06A7-CA9D12805D3F}"/>
              </a:ext>
            </a:extLst>
          </p:cNvPr>
          <p:cNvSpPr>
            <a:spLocks noGrp="1"/>
          </p:cNvSpPr>
          <p:nvPr>
            <p:ph type="title"/>
          </p:nvPr>
        </p:nvSpPr>
        <p:spPr>
          <a:xfrm>
            <a:off x="1404101" y="-1"/>
            <a:ext cx="8911687" cy="1181529"/>
          </a:xfrm>
        </p:spPr>
        <p:txBody>
          <a:bodyPr>
            <a:normAutofit fontScale="90000"/>
          </a:bodyPr>
          <a:lstStyle/>
          <a:p>
            <a:pPr algn="ctr">
              <a:lnSpc>
                <a:spcPct val="107000"/>
              </a:lnSpc>
              <a:spcAft>
                <a:spcPts val="800"/>
              </a:spcAft>
            </a:pPr>
            <a:r>
              <a:rPr lang="en-US" kern="100" dirty="0">
                <a:latin typeface="Calibri" panose="020F0502020204030204" pitchFamily="34" charset="0"/>
                <a:ea typeface="Calibri" panose="020F0502020204030204" pitchFamily="34" charset="0"/>
                <a:cs typeface="Calibri" panose="020F0502020204030204" pitchFamily="34" charset="0"/>
              </a:rPr>
              <a:t>PROJECT REPORT</a:t>
            </a:r>
            <a:br>
              <a:rPr lang="en-US" kern="100" dirty="0">
                <a:latin typeface="Calibri" panose="020F0502020204030204" pitchFamily="34" charset="0"/>
                <a:ea typeface="Calibri" panose="020F0502020204030204" pitchFamily="34" charset="0"/>
                <a:cs typeface="Calibri" panose="020F0502020204030204" pitchFamily="34" charset="0"/>
              </a:rPr>
            </a:br>
            <a:r>
              <a:rPr lang="en-US" kern="100" dirty="0">
                <a:latin typeface="Calibri" panose="020F0502020204030204" pitchFamily="34" charset="0"/>
                <a:ea typeface="Calibri" panose="020F0502020204030204" pitchFamily="34" charset="0"/>
                <a:cs typeface="Calibri" panose="020F0502020204030204" pitchFamily="34" charset="0"/>
              </a:rPr>
              <a:t>ON WORLD MAP COLOURING</a:t>
            </a:r>
            <a:br>
              <a:rPr lang="en-IN" sz="1801" kern="100" dirty="0">
                <a:latin typeface="Calibri" panose="020F0502020204030204" pitchFamily="34" charset="0"/>
                <a:ea typeface="Calibri" panose="020F0502020204030204" pitchFamily="34" charset="0"/>
                <a:cs typeface="Times New Roman" panose="02020603050405020304" pitchFamily="18" charset="0"/>
              </a:rPr>
            </a:br>
            <a:endParaRPr lang="en-IN" sz="4800" dirty="0">
              <a:latin typeface="Calibri" panose="020F0502020204030204" pitchFamily="34" charset="0"/>
              <a:ea typeface="Calibri" panose="020F0502020204030204" pitchFamily="34" charset="0"/>
              <a:cs typeface="Calibri" panose="020F0502020204030204" pitchFamily="34" charset="0"/>
            </a:endParaRPr>
          </a:p>
        </p:txBody>
      </p:sp>
      <p:pic>
        <p:nvPicPr>
          <p:cNvPr id="9" name="Content Placeholder 8">
            <a:extLst>
              <a:ext uri="{FF2B5EF4-FFF2-40B4-BE49-F238E27FC236}">
                <a16:creationId xmlns:a16="http://schemas.microsoft.com/office/drawing/2014/main" id="{C886C87C-84BB-A7EC-487D-A502A6F5B34C}"/>
              </a:ext>
            </a:extLst>
          </p:cNvPr>
          <p:cNvPicPr>
            <a:picLocks noGrp="1" noChangeAspect="1"/>
          </p:cNvPicPr>
          <p:nvPr>
            <p:ph idx="1"/>
          </p:nvPr>
        </p:nvPicPr>
        <p:blipFill>
          <a:blip r:embed="rId2"/>
          <a:stretch>
            <a:fillRect/>
          </a:stretch>
        </p:blipFill>
        <p:spPr>
          <a:xfrm>
            <a:off x="4696257" y="3930094"/>
            <a:ext cx="1838626" cy="1838626"/>
          </a:xfrm>
          <a:prstGeom prst="rect">
            <a:avLst/>
          </a:prstGeom>
        </p:spPr>
      </p:pic>
      <p:sp>
        <p:nvSpPr>
          <p:cNvPr id="8" name="Rectangle 7">
            <a:extLst>
              <a:ext uri="{FF2B5EF4-FFF2-40B4-BE49-F238E27FC236}">
                <a16:creationId xmlns:a16="http://schemas.microsoft.com/office/drawing/2014/main" id="{E1B6411E-0798-3A85-FDA7-7E0C1ABE8FE8}"/>
              </a:ext>
            </a:extLst>
          </p:cNvPr>
          <p:cNvSpPr/>
          <p:nvPr/>
        </p:nvSpPr>
        <p:spPr>
          <a:xfrm>
            <a:off x="209404" y="-33660"/>
            <a:ext cx="11773196" cy="1569662"/>
          </a:xfrm>
          <a:prstGeom prst="rect">
            <a:avLst/>
          </a:prstGeom>
          <a:noFill/>
        </p:spPr>
        <p:txBody>
          <a:bodyPr wrap="square" lIns="91440" tIns="45721" rIns="91440" bIns="45721">
            <a:spAutoFit/>
          </a:bodyPr>
          <a:lstStyle/>
          <a:p>
            <a:pPr algn="ctr"/>
            <a:endParaRPr lang="en-US" sz="4800" dirty="0">
              <a:ln w="0"/>
              <a:solidFill>
                <a:schemeClr val="accent1"/>
              </a:solidFill>
              <a:effectLst>
                <a:outerShdw blurRad="38100" dist="25400" dir="5400000" algn="ctr" rotWithShape="0">
                  <a:srgbClr val="6E747A">
                    <a:alpha val="43000"/>
                  </a:srgbClr>
                </a:outerShdw>
              </a:effectLst>
            </a:endParaRPr>
          </a:p>
          <a:p>
            <a:pPr algn="ctr"/>
            <a:endParaRPr lang="en-US" sz="4800" dirty="0">
              <a:ln w="0"/>
              <a:solidFill>
                <a:schemeClr val="accent1"/>
              </a:solidFill>
              <a:effectLst>
                <a:outerShdw blurRad="38100" dist="25400" dir="5400000" algn="ctr" rotWithShape="0">
                  <a:srgbClr val="6E747A">
                    <a:alpha val="43000"/>
                  </a:srgbClr>
                </a:outerShdw>
              </a:effectLst>
            </a:endParaRPr>
          </a:p>
        </p:txBody>
      </p:sp>
      <p:sp>
        <p:nvSpPr>
          <p:cNvPr id="10" name="Rectangle 9">
            <a:extLst>
              <a:ext uri="{FF2B5EF4-FFF2-40B4-BE49-F238E27FC236}">
                <a16:creationId xmlns:a16="http://schemas.microsoft.com/office/drawing/2014/main" id="{E9CDC82F-D1C5-9BC8-6CCD-C14470B7B348}"/>
              </a:ext>
            </a:extLst>
          </p:cNvPr>
          <p:cNvSpPr/>
          <p:nvPr/>
        </p:nvSpPr>
        <p:spPr>
          <a:xfrm>
            <a:off x="5430838" y="978500"/>
            <a:ext cx="184731" cy="1200331"/>
          </a:xfrm>
          <a:prstGeom prst="rect">
            <a:avLst/>
          </a:prstGeom>
          <a:noFill/>
        </p:spPr>
        <p:txBody>
          <a:bodyPr wrap="none" lIns="91440" tIns="45721" rIns="91440" bIns="45721">
            <a:spAutoFit/>
          </a:bodyPr>
          <a:lstStyle/>
          <a:p>
            <a:pPr algn="ctr"/>
            <a:endParaRPr lang="en-US" sz="2400" dirty="0">
              <a:ln w="0"/>
              <a:effectLst>
                <a:outerShdw blurRad="38100" dist="19050" dir="2700000" algn="tl" rotWithShape="0">
                  <a:schemeClr val="dk1">
                    <a:alpha val="40000"/>
                  </a:schemeClr>
                </a:outerShdw>
              </a:effectLst>
            </a:endParaRPr>
          </a:p>
          <a:p>
            <a:pPr algn="ctr"/>
            <a:endParaRPr lang="en-US" sz="4800" dirty="0">
              <a:ln w="0"/>
              <a:effectLst>
                <a:outerShdw blurRad="38100" dist="19050" dir="2700000" algn="tl" rotWithShape="0">
                  <a:schemeClr val="dk1">
                    <a:alpha val="40000"/>
                  </a:schemeClr>
                </a:outerShdw>
              </a:effectLst>
            </a:endParaRPr>
          </a:p>
        </p:txBody>
      </p:sp>
      <p:sp>
        <p:nvSpPr>
          <p:cNvPr id="11" name="Rectangle 10">
            <a:extLst>
              <a:ext uri="{FF2B5EF4-FFF2-40B4-BE49-F238E27FC236}">
                <a16:creationId xmlns:a16="http://schemas.microsoft.com/office/drawing/2014/main" id="{976B6AC0-F233-01FE-6030-20AFDFC14192}"/>
              </a:ext>
            </a:extLst>
          </p:cNvPr>
          <p:cNvSpPr/>
          <p:nvPr/>
        </p:nvSpPr>
        <p:spPr>
          <a:xfrm>
            <a:off x="2255920" y="978500"/>
            <a:ext cx="6719298" cy="3359191"/>
          </a:xfrm>
          <a:prstGeom prst="rect">
            <a:avLst/>
          </a:prstGeom>
          <a:noFill/>
        </p:spPr>
        <p:txBody>
          <a:bodyPr wrap="square" lIns="91440" tIns="45721" rIns="91440" bIns="45721">
            <a:spAutoFit/>
          </a:bodyPr>
          <a:lstStyle/>
          <a:p>
            <a:pPr algn="ctr"/>
            <a:r>
              <a:rPr lang="en-IN" sz="1600" kern="100" dirty="0">
                <a:latin typeface="Calibri" panose="020F0502020204030204" pitchFamily="34" charset="0"/>
                <a:ea typeface="Calibri" panose="020F0502020204030204" pitchFamily="34" charset="0"/>
                <a:cs typeface="Times New Roman" panose="02020603050405020304" pitchFamily="18" charset="0"/>
              </a:rPr>
              <a:t>Submitted by</a:t>
            </a:r>
          </a:p>
          <a:p>
            <a:pPr algn="ctr" fontAlgn="base"/>
            <a:r>
              <a:rPr lang="en-US" sz="1200" b="1"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BISWAJIT KUMAR SENAPATI</a:t>
            </a:r>
            <a:r>
              <a:rPr lang="en-US" sz="1200"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-(2241019366)</a:t>
            </a:r>
            <a:r>
              <a:rPr lang="en-US" sz="1200" dirty="0">
                <a:solidFill>
                  <a:srgbClr val="000000"/>
                </a:solidFill>
                <a:latin typeface="Arial" panose="020B0604020202020204" pitchFamily="34" charset="0"/>
                <a:ea typeface="Times New Roman" panose="02020603050405020304" pitchFamily="18" charset="0"/>
              </a:rPr>
              <a:t>​</a:t>
            </a:r>
            <a:endParaRPr lang="en-IN" sz="1200" dirty="0">
              <a:latin typeface="Times New Roman" panose="02020603050405020304" pitchFamily="18" charset="0"/>
              <a:ea typeface="Times New Roman" panose="02020603050405020304" pitchFamily="18" charset="0"/>
            </a:endParaRPr>
          </a:p>
          <a:p>
            <a:pPr algn="ctr" fontAlgn="base"/>
            <a:r>
              <a:rPr lang="en-US" sz="1200" b="1"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BHANU PRATAP SINGH</a:t>
            </a:r>
            <a:r>
              <a:rPr lang="en-US" sz="1200"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-(2241019482)</a:t>
            </a:r>
            <a:r>
              <a:rPr lang="en-US" sz="1200" dirty="0">
                <a:solidFill>
                  <a:srgbClr val="000000"/>
                </a:solidFill>
                <a:latin typeface="Arial" panose="020B0604020202020204" pitchFamily="34" charset="0"/>
                <a:ea typeface="Times New Roman" panose="02020603050405020304" pitchFamily="18" charset="0"/>
              </a:rPr>
              <a:t>​</a:t>
            </a:r>
            <a:endParaRPr lang="en-IN" sz="1200" dirty="0">
              <a:latin typeface="Times New Roman" panose="02020603050405020304" pitchFamily="18" charset="0"/>
              <a:ea typeface="Times New Roman" panose="02020603050405020304" pitchFamily="18" charset="0"/>
            </a:endParaRPr>
          </a:p>
          <a:p>
            <a:pPr algn="ctr" fontAlgn="base"/>
            <a:r>
              <a:rPr lang="en-US" sz="1200" b="1"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MUKTI SINGH</a:t>
            </a:r>
            <a:r>
              <a:rPr lang="en-US" sz="1200"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-(2241019496)</a:t>
            </a:r>
            <a:r>
              <a:rPr lang="en-US" sz="1200" dirty="0">
                <a:solidFill>
                  <a:srgbClr val="000000"/>
                </a:solidFill>
                <a:latin typeface="Arial" panose="020B0604020202020204" pitchFamily="34" charset="0"/>
                <a:ea typeface="Times New Roman" panose="02020603050405020304" pitchFamily="18" charset="0"/>
              </a:rPr>
              <a:t>​</a:t>
            </a:r>
            <a:endParaRPr lang="en-IN" sz="1200" dirty="0">
              <a:latin typeface="Times New Roman" panose="02020603050405020304" pitchFamily="18" charset="0"/>
              <a:ea typeface="Times New Roman" panose="02020603050405020304" pitchFamily="18" charset="0"/>
            </a:endParaRPr>
          </a:p>
          <a:p>
            <a:pPr algn="ctr" fontAlgn="base"/>
            <a:r>
              <a:rPr lang="en-US" sz="1200" b="1"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ANISHA SUBUDHI</a:t>
            </a:r>
            <a:r>
              <a:rPr lang="en-US" sz="1200"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-(2241019564)</a:t>
            </a:r>
            <a:r>
              <a:rPr lang="en-US" sz="1200" dirty="0">
                <a:solidFill>
                  <a:srgbClr val="000000"/>
                </a:solidFill>
                <a:latin typeface="Arial" panose="020B0604020202020204" pitchFamily="34" charset="0"/>
                <a:ea typeface="Times New Roman" panose="02020603050405020304" pitchFamily="18" charset="0"/>
              </a:rPr>
              <a:t>​</a:t>
            </a:r>
            <a:endParaRPr lang="en-IN" sz="1200" dirty="0">
              <a:latin typeface="Times New Roman" panose="02020603050405020304" pitchFamily="18" charset="0"/>
              <a:ea typeface="Times New Roman" panose="02020603050405020304" pitchFamily="18" charset="0"/>
            </a:endParaRPr>
          </a:p>
          <a:p>
            <a:pPr algn="ctr" fontAlgn="base"/>
            <a:r>
              <a:rPr lang="en-US" sz="1200" b="1"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SUBARNA SURAL</a:t>
            </a:r>
            <a:r>
              <a:rPr lang="en-US" sz="1200"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-(2241019576</a:t>
            </a:r>
            <a:r>
              <a:rPr lang="en-US" sz="1401" dirty="0">
                <a:solidFill>
                  <a:srgbClr val="000000"/>
                </a:solidFill>
                <a:latin typeface="Century Gothic" panose="020B0502020202020204" pitchFamily="34" charset="0"/>
                <a:ea typeface="Times New Roman" panose="02020603050405020304" pitchFamily="18" charset="0"/>
                <a:cs typeface="Segoe UI" panose="020B0502040204020203" pitchFamily="34" charset="0"/>
              </a:rPr>
              <a:t>)</a:t>
            </a:r>
            <a:r>
              <a:rPr lang="en-IN" sz="1401" dirty="0">
                <a:solidFill>
                  <a:srgbClr val="000000"/>
                </a:solidFill>
                <a:latin typeface="Arial" panose="020B0604020202020204" pitchFamily="34" charset="0"/>
                <a:ea typeface="Times New Roman" panose="02020603050405020304" pitchFamily="18" charset="0"/>
              </a:rPr>
              <a:t>​</a:t>
            </a:r>
          </a:p>
          <a:p>
            <a:pPr algn="ctr">
              <a:lnSpc>
                <a:spcPct val="107000"/>
              </a:lnSpc>
              <a:spcAft>
                <a:spcPts val="800"/>
              </a:spcAft>
            </a:pPr>
            <a:r>
              <a:rPr lang="en-IN" sz="1401" b="1" kern="100" dirty="0">
                <a:latin typeface="Calibri" panose="020F0502020204030204" pitchFamily="34" charset="0"/>
                <a:ea typeface="Calibri" panose="020F0502020204030204" pitchFamily="34" charset="0"/>
                <a:cs typeface="Times New Roman" panose="02020603050405020304" pitchFamily="18" charset="0"/>
              </a:rPr>
              <a:t>Supervised</a:t>
            </a:r>
            <a:r>
              <a:rPr lang="en-IN" sz="1401" kern="100" dirty="0">
                <a:latin typeface="Calibri" panose="020F0502020204030204" pitchFamily="34" charset="0"/>
                <a:ea typeface="Calibri" panose="020F0502020204030204" pitchFamily="34" charset="0"/>
                <a:cs typeface="Times New Roman" panose="02020603050405020304" pitchFamily="18" charset="0"/>
              </a:rPr>
              <a:t> </a:t>
            </a:r>
            <a:r>
              <a:rPr lang="en-IN" sz="1401" b="1" kern="100" dirty="0">
                <a:latin typeface="Calibri" panose="020F0502020204030204" pitchFamily="34" charset="0"/>
                <a:ea typeface="Calibri" panose="020F0502020204030204" pitchFamily="34" charset="0"/>
                <a:cs typeface="Times New Roman" panose="02020603050405020304" pitchFamily="18" charset="0"/>
              </a:rPr>
              <a:t>by</a:t>
            </a:r>
            <a:endParaRPr lang="en-IN" sz="1401" kern="100"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401" b="1" kern="100" dirty="0">
                <a:latin typeface="Calibri" panose="020F0502020204030204" pitchFamily="34" charset="0"/>
                <a:ea typeface="Calibri" panose="020F0502020204030204" pitchFamily="34" charset="0"/>
                <a:cs typeface="Times New Roman" panose="02020603050405020304" pitchFamily="18" charset="0"/>
              </a:rPr>
              <a:t>Mr. Shiva Agarwal</a:t>
            </a:r>
          </a:p>
          <a:p>
            <a:pPr algn="ctr">
              <a:lnSpc>
                <a:spcPct val="107000"/>
              </a:lnSpc>
              <a:spcAft>
                <a:spcPts val="800"/>
              </a:spcAft>
            </a:pPr>
            <a:r>
              <a:rPr lang="en-IN" sz="1401" b="1" kern="100" dirty="0">
                <a:latin typeface="Calibri" panose="020F0502020204030204" pitchFamily="34" charset="0"/>
                <a:ea typeface="Calibri" panose="020F0502020204030204" pitchFamily="34" charset="0"/>
                <a:cs typeface="Times New Roman" panose="02020603050405020304" pitchFamily="18" charset="0"/>
              </a:rPr>
              <a:t>Assistant Professor</a:t>
            </a:r>
            <a:endParaRPr lang="en-IN" sz="1401" kern="100"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401" b="1" kern="100" dirty="0">
                <a:latin typeface="Calibri" panose="020F0502020204030204" pitchFamily="34" charset="0"/>
                <a:ea typeface="Calibri" panose="020F0502020204030204" pitchFamily="34" charset="0"/>
                <a:cs typeface="Times New Roman" panose="02020603050405020304" pitchFamily="18" charset="0"/>
              </a:rPr>
              <a:t> Computer Science and Engineering </a:t>
            </a:r>
            <a:endParaRPr lang="en-IN" sz="1401" kern="100"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IN" sz="1401" b="1" kern="100" dirty="0">
                <a:latin typeface="Calibri" panose="020F0502020204030204" pitchFamily="34" charset="0"/>
                <a:ea typeface="Calibri" panose="020F0502020204030204" pitchFamily="34" charset="0"/>
                <a:cs typeface="Times New Roman" panose="02020603050405020304" pitchFamily="18" charset="0"/>
              </a:rPr>
              <a:t>Faculty of Engineering and Technology</a:t>
            </a:r>
            <a:endParaRPr lang="en-IN" sz="1401" kern="100" dirty="0">
              <a:latin typeface="Calibri" panose="020F0502020204030204" pitchFamily="34" charset="0"/>
              <a:ea typeface="Calibri" panose="020F0502020204030204" pitchFamily="34" charset="0"/>
              <a:cs typeface="Times New Roman" panose="02020603050405020304" pitchFamily="18" charset="0"/>
            </a:endParaRPr>
          </a:p>
          <a:p>
            <a:pPr algn="ctr" fontAlgn="base"/>
            <a:endParaRPr lang="en-IN" sz="1401" dirty="0">
              <a:latin typeface="Times New Roman" panose="02020603050405020304" pitchFamily="18" charset="0"/>
              <a:ea typeface="Times New Roman" panose="02020603050405020304" pitchFamily="18" charset="0"/>
            </a:endParaRPr>
          </a:p>
          <a:p>
            <a:pPr algn="ctr"/>
            <a:endParaRPr lang="en-US" sz="1200" dirty="0">
              <a:ln w="0"/>
              <a:effectLst>
                <a:outerShdw blurRad="38100" dist="19050" dir="2700000" algn="tl" rotWithShape="0">
                  <a:schemeClr val="dk1">
                    <a:alpha val="40000"/>
                  </a:schemeClr>
                </a:outerShdw>
              </a:effectLst>
            </a:endParaRPr>
          </a:p>
        </p:txBody>
      </p:sp>
      <p:sp>
        <p:nvSpPr>
          <p:cNvPr id="12" name="Rectangle 11">
            <a:extLst>
              <a:ext uri="{FF2B5EF4-FFF2-40B4-BE49-F238E27FC236}">
                <a16:creationId xmlns:a16="http://schemas.microsoft.com/office/drawing/2014/main" id="{52E44CF3-1DC0-E293-E876-614F217B8D1D}"/>
              </a:ext>
            </a:extLst>
          </p:cNvPr>
          <p:cNvSpPr/>
          <p:nvPr/>
        </p:nvSpPr>
        <p:spPr>
          <a:xfrm>
            <a:off x="3864503" y="5768720"/>
            <a:ext cx="3990882" cy="1177632"/>
          </a:xfrm>
          <a:prstGeom prst="rect">
            <a:avLst/>
          </a:prstGeom>
          <a:noFill/>
        </p:spPr>
        <p:txBody>
          <a:bodyPr wrap="square" lIns="91440" tIns="45721" rIns="91440" bIns="45721">
            <a:spAutoFit/>
          </a:bodyPr>
          <a:lstStyle/>
          <a:p>
            <a:pPr algn="just">
              <a:lnSpc>
                <a:spcPct val="107000"/>
              </a:lnSpc>
              <a:spcAft>
                <a:spcPts val="800"/>
              </a:spcAf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Centre For Artificial Intelligence and Machine Learning</a:t>
            </a:r>
          </a:p>
          <a:p>
            <a:pPr algn="just">
              <a:lnSpc>
                <a:spcPct val="107000"/>
              </a:lnSpc>
              <a:spcAft>
                <a:spcPts val="800"/>
              </a:spcAf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Institute of Technical Education And Research(ITER)</a:t>
            </a:r>
          </a:p>
          <a:p>
            <a:pPr algn="just">
              <a:lnSpc>
                <a:spcPct val="107000"/>
              </a:lnSpc>
              <a:spcAft>
                <a:spcPts val="800"/>
              </a:spcAft>
            </a:pPr>
            <a:r>
              <a:rPr lang="en-IN" sz="1200" kern="100" dirty="0">
                <a:effectLst/>
                <a:latin typeface="Calibri" panose="020F0502020204030204" pitchFamily="34" charset="0"/>
                <a:ea typeface="Calibri" panose="020F0502020204030204" pitchFamily="34" charset="0"/>
                <a:cs typeface="Times New Roman" panose="02020603050405020304" pitchFamily="18" charset="0"/>
              </a:rPr>
              <a:t> SIKSHA ‘O’ ANUSANDHAN (DEEMED TO BE) UNIVERSITY </a:t>
            </a:r>
          </a:p>
          <a:p>
            <a:pPr algn="just"/>
            <a:r>
              <a:rPr lang="en-IN" sz="1200" dirty="0">
                <a:effectLst/>
                <a:latin typeface="Calibri" panose="020F0502020204030204" pitchFamily="34" charset="0"/>
                <a:ea typeface="Calibri" panose="020F0502020204030204" pitchFamily="34" charset="0"/>
                <a:cs typeface="Times New Roman" panose="02020603050405020304" pitchFamily="18" charset="0"/>
              </a:rPr>
              <a:t>Bhubaneswar-751030, Odisha, India</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295310E8-CA9A-257F-ECC3-54B2F557D2BA}"/>
              </a:ext>
            </a:extLst>
          </p:cNvPr>
          <p:cNvSpPr/>
          <p:nvPr/>
        </p:nvSpPr>
        <p:spPr>
          <a:xfrm>
            <a:off x="8872425" y="6429705"/>
            <a:ext cx="4730559" cy="369332"/>
          </a:xfrm>
          <a:prstGeom prst="rect">
            <a:avLst/>
          </a:prstGeom>
          <a:noFill/>
        </p:spPr>
        <p:txBody>
          <a:bodyPr wrap="square" lIns="91440" tIns="45720" rIns="91440" bIns="45720">
            <a:spAutoFit/>
          </a:bodyPr>
          <a:lstStyle/>
          <a:p>
            <a:pPr algn="ctr"/>
            <a:r>
              <a:rPr lang="en-IN" sz="900" dirty="0"/>
              <a:t>Shiva Agarwal</a:t>
            </a:r>
          </a:p>
          <a:p>
            <a:pPr algn="ctr"/>
            <a:r>
              <a:rPr lang="en-IN" sz="900" dirty="0"/>
              <a:t> (Supervisor)</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95216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FAE5A-9476-808E-8CEB-48650CE53B03}"/>
              </a:ext>
            </a:extLst>
          </p:cNvPr>
          <p:cNvSpPr>
            <a:spLocks noGrp="1"/>
          </p:cNvSpPr>
          <p:nvPr>
            <p:ph type="title"/>
          </p:nvPr>
        </p:nvSpPr>
        <p:spPr/>
        <p:txBody>
          <a:bodyPr/>
          <a:lstStyle/>
          <a:p>
            <a:r>
              <a:rPr lang="en-US"/>
              <a:t> </a:t>
            </a:r>
            <a:endParaRPr lang="en-IN"/>
          </a:p>
        </p:txBody>
      </p:sp>
      <p:sp>
        <p:nvSpPr>
          <p:cNvPr id="3" name="Content Placeholder 2">
            <a:extLst>
              <a:ext uri="{FF2B5EF4-FFF2-40B4-BE49-F238E27FC236}">
                <a16:creationId xmlns:a16="http://schemas.microsoft.com/office/drawing/2014/main" id="{1683D6F8-D867-0B6F-7F58-58AD0060DF00}"/>
              </a:ext>
            </a:extLst>
          </p:cNvPr>
          <p:cNvSpPr>
            <a:spLocks noGrp="1"/>
          </p:cNvSpPr>
          <p:nvPr>
            <p:ph idx="1"/>
          </p:nvPr>
        </p:nvSpPr>
        <p:spPr>
          <a:xfrm>
            <a:off x="1996546" y="1484489"/>
            <a:ext cx="9677399" cy="4426733"/>
          </a:xfrm>
        </p:spPr>
        <p:txBody>
          <a:bodyPr vert="horz" lIns="91440" tIns="45721" rIns="91440" bIns="45721" rtlCol="0" anchor="t">
            <a:normAutofit/>
          </a:bodyPr>
          <a:lstStyle/>
          <a:p>
            <a:pPr marL="0" indent="0">
              <a:buNone/>
            </a:pPr>
            <a:r>
              <a:rPr lang="en-US" dirty="0">
                <a:ln w="0"/>
                <a:effectLst>
                  <a:outerShdw blurRad="38100" dist="19050" dir="2700000" algn="tl" rotWithShape="0">
                    <a:schemeClr val="dk1">
                      <a:alpha val="40000"/>
                    </a:schemeClr>
                  </a:outerShdw>
                </a:effectLst>
              </a:rPr>
              <a:t>1 Abstract                       </a:t>
            </a:r>
            <a:endParaRPr lang="en-US" dirty="0"/>
          </a:p>
          <a:p>
            <a:pPr marL="0" indent="0">
              <a:buNone/>
            </a:pPr>
            <a:r>
              <a:rPr lang="en-US" dirty="0">
                <a:ln w="0"/>
                <a:effectLst>
                  <a:outerShdw blurRad="38100" dist="19050" dir="2700000" algn="tl" rotWithShape="0">
                    <a:schemeClr val="dk1">
                      <a:alpha val="40000"/>
                    </a:schemeClr>
                  </a:outerShdw>
                </a:effectLst>
              </a:rPr>
              <a:t>2 Introduction </a:t>
            </a:r>
          </a:p>
          <a:p>
            <a:pPr marL="0" indent="0">
              <a:buNone/>
            </a:pPr>
            <a:r>
              <a:rPr lang="en-US" dirty="0">
                <a:ln w="0"/>
                <a:effectLst>
                  <a:outerShdw blurRad="38100" dist="19050" dir="2700000" algn="tl" rotWithShape="0">
                    <a:schemeClr val="dk1">
                      <a:alpha val="40000"/>
                    </a:schemeClr>
                  </a:outerShdw>
                </a:effectLst>
              </a:rPr>
              <a:t>3 Literature Survey</a:t>
            </a:r>
          </a:p>
          <a:p>
            <a:pPr marL="0" indent="0">
              <a:buNone/>
            </a:pPr>
            <a:r>
              <a:rPr lang="en-US" dirty="0">
                <a:ln w="0"/>
                <a:effectLst>
                  <a:outerShdw blurRad="38100" dist="19050" dir="2700000" algn="tl" rotWithShape="0">
                    <a:schemeClr val="dk1">
                      <a:alpha val="40000"/>
                    </a:schemeClr>
                  </a:outerShdw>
                </a:effectLst>
              </a:rPr>
              <a:t>4 Methodology </a:t>
            </a:r>
          </a:p>
          <a:p>
            <a:pPr marL="0" indent="0">
              <a:buNone/>
            </a:pPr>
            <a:r>
              <a:rPr lang="en-US" dirty="0">
                <a:ln w="0"/>
                <a:effectLst>
                  <a:outerShdw blurRad="38100" dist="19050" dir="2700000" algn="tl" rotWithShape="0">
                    <a:schemeClr val="dk1">
                      <a:alpha val="40000"/>
                    </a:schemeClr>
                  </a:outerShdw>
                </a:effectLst>
              </a:rPr>
              <a:t>	</a:t>
            </a:r>
            <a:r>
              <a:rPr lang="en-US" sz="1600" dirty="0">
                <a:ln w="0"/>
                <a:effectLst>
                  <a:outerShdw blurRad="38100" dist="19050" dir="2700000" algn="tl" rotWithShape="0">
                    <a:schemeClr val="dk1">
                      <a:alpha val="40000"/>
                    </a:schemeClr>
                  </a:outerShdw>
                </a:effectLst>
              </a:rPr>
              <a:t>4.1</a:t>
            </a:r>
            <a:r>
              <a:rPr lang="en-US" dirty="0">
                <a:ln w="0"/>
                <a:effectLst>
                  <a:outerShdw blurRad="38100" dist="19050" dir="2700000" algn="tl" rotWithShape="0">
                    <a:schemeClr val="dk1">
                      <a:alpha val="40000"/>
                    </a:schemeClr>
                  </a:outerShdw>
                </a:effectLst>
              </a:rPr>
              <a:t> </a:t>
            </a:r>
            <a:r>
              <a:rPr lang="en-US" sz="1401" b="1" dirty="0"/>
              <a:t>Forward checking algorithm:</a:t>
            </a:r>
            <a:endParaRPr lang="en-US" sz="1401" b="1" dirty="0">
              <a:ln w="0"/>
              <a:effectLst>
                <a:outerShdw blurRad="38100" dist="19050" dir="2700000" algn="tl" rotWithShape="0">
                  <a:schemeClr val="dk1">
                    <a:alpha val="40000"/>
                  </a:schemeClr>
                </a:outerShdw>
              </a:effectLst>
            </a:endParaRPr>
          </a:p>
          <a:p>
            <a:pPr marL="0" indent="0">
              <a:buNone/>
            </a:pPr>
            <a:r>
              <a:rPr lang="en-US" sz="1401" dirty="0">
                <a:ln w="0"/>
                <a:effectLst>
                  <a:outerShdw blurRad="38100" dist="19050" dir="2700000" algn="tl" rotWithShape="0">
                    <a:schemeClr val="dk1">
                      <a:alpha val="40000"/>
                    </a:schemeClr>
                  </a:outerShdw>
                </a:effectLst>
              </a:rPr>
              <a:t>	4.2 </a:t>
            </a:r>
            <a:r>
              <a:rPr lang="en-US" sz="1401" b="1" dirty="0">
                <a:ln w="0"/>
                <a:effectLst>
                  <a:outerShdw blurRad="38100" dist="19050" dir="2700000" algn="tl" rotWithShape="0">
                    <a:schemeClr val="dk1">
                      <a:alpha val="40000"/>
                    </a:schemeClr>
                  </a:outerShdw>
                </a:effectLst>
              </a:rPr>
              <a:t>pseudo code</a:t>
            </a:r>
          </a:p>
          <a:p>
            <a:pPr marL="0" indent="0">
              <a:buNone/>
            </a:pPr>
            <a:r>
              <a:rPr lang="en-US" dirty="0">
                <a:ln w="0"/>
                <a:effectLst>
                  <a:outerShdw blurRad="38100" dist="19050" dir="2700000" algn="tl" rotWithShape="0">
                    <a:schemeClr val="dk1">
                      <a:alpha val="40000"/>
                    </a:schemeClr>
                  </a:outerShdw>
                </a:effectLst>
              </a:rPr>
              <a:t>5 Results</a:t>
            </a:r>
          </a:p>
          <a:p>
            <a:pPr marL="0" indent="0">
              <a:buNone/>
            </a:pPr>
            <a:r>
              <a:rPr lang="en-US" dirty="0">
                <a:ln w="0"/>
                <a:effectLst>
                  <a:outerShdw blurRad="38100" dist="19050" dir="2700000" algn="tl" rotWithShape="0">
                    <a:schemeClr val="dk1">
                      <a:alpha val="40000"/>
                    </a:schemeClr>
                  </a:outerShdw>
                </a:effectLst>
              </a:rPr>
              <a:t>6 Conclusion</a:t>
            </a:r>
          </a:p>
          <a:p>
            <a:pPr marL="0" indent="0">
              <a:buNone/>
            </a:pPr>
            <a:r>
              <a:rPr lang="en-US" dirty="0">
                <a:ln w="0"/>
                <a:effectLst>
                  <a:outerShdw blurRad="38100" dist="19050" dir="2700000" algn="tl" rotWithShape="0">
                    <a:schemeClr val="dk1">
                      <a:alpha val="40000"/>
                    </a:schemeClr>
                  </a:outerShdw>
                </a:effectLst>
              </a:rPr>
              <a:t>7 Future Scope</a:t>
            </a:r>
            <a:endParaRPr lang="en-IN" dirty="0"/>
          </a:p>
        </p:txBody>
      </p:sp>
      <p:sp>
        <p:nvSpPr>
          <p:cNvPr id="4" name="Rectangle 3">
            <a:extLst>
              <a:ext uri="{FF2B5EF4-FFF2-40B4-BE49-F238E27FC236}">
                <a16:creationId xmlns:a16="http://schemas.microsoft.com/office/drawing/2014/main" id="{3D12CAA6-1812-CDD9-C68A-00E9E838F726}"/>
              </a:ext>
            </a:extLst>
          </p:cNvPr>
          <p:cNvSpPr/>
          <p:nvPr/>
        </p:nvSpPr>
        <p:spPr>
          <a:xfrm>
            <a:off x="3795019" y="566243"/>
            <a:ext cx="3235181" cy="923460"/>
          </a:xfrm>
          <a:prstGeom prst="rect">
            <a:avLst/>
          </a:prstGeom>
          <a:noFill/>
        </p:spPr>
        <p:txBody>
          <a:bodyPr wrap="none" lIns="91440" tIns="45721" rIns="91440" bIns="45721">
            <a:spAutoFit/>
          </a:bodyPr>
          <a:lstStyle/>
          <a:p>
            <a:pPr algn="ctr"/>
            <a:r>
              <a:rPr lang="en-US" sz="5401" dirty="0">
                <a:ln w="0"/>
                <a:solidFill>
                  <a:schemeClr val="accent1"/>
                </a:solidFill>
                <a:effectLst>
                  <a:outerShdw blurRad="38100" dist="25400" dir="5400000" algn="ctr" rotWithShape="0">
                    <a:srgbClr val="6E747A">
                      <a:alpha val="43000"/>
                    </a:srgbClr>
                  </a:outerShdw>
                </a:effectLst>
              </a:rPr>
              <a:t>Contents</a:t>
            </a:r>
          </a:p>
        </p:txBody>
      </p:sp>
    </p:spTree>
    <p:extLst>
      <p:ext uri="{BB962C8B-B14F-4D97-AF65-F5344CB8AC3E}">
        <p14:creationId xmlns:p14="http://schemas.microsoft.com/office/powerpoint/2010/main" val="1876602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48DA49-E754-0933-D6F5-8ED376680147}"/>
              </a:ext>
            </a:extLst>
          </p:cNvPr>
          <p:cNvSpPr>
            <a:spLocks noGrp="1"/>
          </p:cNvSpPr>
          <p:nvPr>
            <p:ph idx="1"/>
          </p:nvPr>
        </p:nvSpPr>
        <p:spPr>
          <a:xfrm>
            <a:off x="385012" y="1253444"/>
            <a:ext cx="11717947" cy="5604555"/>
          </a:xfrm>
        </p:spPr>
        <p:txBody>
          <a:bodyPr>
            <a:normAutofit fontScale="77500" lnSpcReduction="20000"/>
          </a:bodyPr>
          <a:lstStyle/>
          <a:p>
            <a:r>
              <a:rPr lang="en-US" sz="3200" dirty="0"/>
              <a:t>Map coloring is a classic problem in the field of Artificial Intelligence (AI) and falls under the category of Constraint Satisfaction Problems (CSPs). The objective of this problem is to assign colors to different regions on a map in such a way that no two adjacent regions share the same color. With an emphasis on effectively assigning colors to map regions within constraints, the study attempts to investigate effective methods and approaches for resolving this issue through the use of AI techniques. The goal of the project is to advance the field of geographic information systems by using artificial intelligence to solve combinatorial optimization challenges.       </a:t>
            </a:r>
          </a:p>
          <a:p>
            <a:pPr algn="just"/>
            <a:r>
              <a:rPr lang="en-US" sz="3200" dirty="0"/>
              <a:t>  The abstract approach to solving the Map Coloring Problem in CSP involves defining a set of variables representing the regions, each with a domain of possible colors. Following that, constraints are provided to ensure that neighboring regions have different coloring. The goal is to find a consistent color assignment for all regions that meets the requirements.</a:t>
            </a:r>
            <a:endParaRPr lang="en-IN" sz="3200" dirty="0"/>
          </a:p>
        </p:txBody>
      </p:sp>
      <p:sp>
        <p:nvSpPr>
          <p:cNvPr id="4" name="Rectangle 3">
            <a:extLst>
              <a:ext uri="{FF2B5EF4-FFF2-40B4-BE49-F238E27FC236}">
                <a16:creationId xmlns:a16="http://schemas.microsoft.com/office/drawing/2014/main" id="{A8FB7AD1-B953-80BB-E178-570D7B01F017}"/>
              </a:ext>
            </a:extLst>
          </p:cNvPr>
          <p:cNvSpPr/>
          <p:nvPr/>
        </p:nvSpPr>
        <p:spPr>
          <a:xfrm>
            <a:off x="3792859" y="1"/>
            <a:ext cx="4015502" cy="830999"/>
          </a:xfrm>
          <a:prstGeom prst="rect">
            <a:avLst/>
          </a:prstGeom>
          <a:noFill/>
        </p:spPr>
        <p:txBody>
          <a:bodyPr wrap="square" lIns="91440" tIns="45721" rIns="91440" bIns="45721" anchor="t">
            <a:spAutoFit/>
          </a:bodyPr>
          <a:lstStyle/>
          <a:p>
            <a:pPr algn="ctr"/>
            <a:r>
              <a:rPr lang="en-US" sz="4800" dirty="0">
                <a:ln w="0"/>
                <a:solidFill>
                  <a:schemeClr val="accent1"/>
                </a:solidFill>
                <a:effectLst>
                  <a:outerShdw blurRad="38100" dist="25400" dir="5400000" algn="ctr" rotWithShape="0">
                    <a:srgbClr val="6E747A">
                      <a:alpha val="43000"/>
                    </a:srgbClr>
                  </a:outerShdw>
                </a:effectLst>
              </a:rPr>
              <a:t>ABSTRACT</a:t>
            </a:r>
            <a:endParaRPr lang="en-US" sz="440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125461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091A98-CCD6-82AB-CDC3-D669A430B4BD}"/>
              </a:ext>
            </a:extLst>
          </p:cNvPr>
          <p:cNvSpPr>
            <a:spLocks noGrp="1"/>
          </p:cNvSpPr>
          <p:nvPr>
            <p:ph idx="1"/>
          </p:nvPr>
        </p:nvSpPr>
        <p:spPr>
          <a:xfrm>
            <a:off x="838202" y="1486879"/>
            <a:ext cx="10515600" cy="5792228"/>
          </a:xfrm>
        </p:spPr>
        <p:txBody>
          <a:bodyPr>
            <a:normAutofit/>
          </a:bodyPr>
          <a:lstStyle/>
          <a:p>
            <a:pPr marL="0" indent="0" algn="just">
              <a:buNone/>
            </a:pPr>
            <a:r>
              <a:rPr lang="en-US" dirty="0"/>
              <a:t>Map coloring, a well-known problem in graph theory, has garnered increased attention due to its practical significance in geographic information systems, urban planning, and resource allocation. Traditional approaches to map coloring often face scalability challenges, motivating the exploration of AI-based solutions. The investigation of AI-based solutions is driven by the scaling issues that traditional methods of map coloring frequently encounter. Using this method, regions on a map are given colors while having to follow specific guidelines, such making sure neighboring regions have different hues. Our goal is to produce visually beautiful and informative maps that clearly and </a:t>
            </a:r>
            <a:r>
              <a:rPr lang="en-US" dirty="0" err="1"/>
              <a:t>organizedly</a:t>
            </a:r>
            <a:r>
              <a:rPr lang="en-US" dirty="0"/>
              <a:t> represent geographical data by implementing constraint satisfaction to global map coloring. This method improves the visual appeal of maps while also making it easier to understand spatial linkages and </a:t>
            </a:r>
            <a:r>
              <a:rPr lang="en-US" dirty="0" err="1"/>
              <a:t>geopolitica</a:t>
            </a:r>
            <a:r>
              <a:rPr lang="en-US" dirty="0"/>
              <a:t>.</a:t>
            </a:r>
            <a:endParaRPr lang="en-IN" dirty="0"/>
          </a:p>
        </p:txBody>
      </p:sp>
      <p:sp>
        <p:nvSpPr>
          <p:cNvPr id="4" name="Rectangle 3">
            <a:extLst>
              <a:ext uri="{FF2B5EF4-FFF2-40B4-BE49-F238E27FC236}">
                <a16:creationId xmlns:a16="http://schemas.microsoft.com/office/drawing/2014/main" id="{4E80379B-69A8-CB94-50AB-589513D79F63}"/>
              </a:ext>
            </a:extLst>
          </p:cNvPr>
          <p:cNvSpPr/>
          <p:nvPr/>
        </p:nvSpPr>
        <p:spPr>
          <a:xfrm>
            <a:off x="3007526" y="142443"/>
            <a:ext cx="5830443" cy="1015665"/>
          </a:xfrm>
          <a:prstGeom prst="rect">
            <a:avLst/>
          </a:prstGeom>
          <a:noFill/>
        </p:spPr>
        <p:txBody>
          <a:bodyPr wrap="none" lIns="91440" tIns="45721" rIns="91440" bIns="45721">
            <a:spAutoFit/>
          </a:bodyPr>
          <a:lstStyle/>
          <a:p>
            <a:pPr algn="ctr"/>
            <a:r>
              <a:rPr lang="en-US" sz="6000" dirty="0">
                <a:ln w="0"/>
                <a:solidFill>
                  <a:schemeClr val="accent1"/>
                </a:solidFill>
                <a:effectLst>
                  <a:outerShdw blurRad="38100" dist="25400" dir="5400000" algn="ctr" rotWithShape="0">
                    <a:srgbClr val="6E747A">
                      <a:alpha val="43000"/>
                    </a:srgbClr>
                  </a:outerShdw>
                </a:effectLst>
              </a:rPr>
              <a:t>INTRODUCTION</a:t>
            </a:r>
          </a:p>
        </p:txBody>
      </p:sp>
    </p:spTree>
    <p:extLst>
      <p:ext uri="{BB962C8B-B14F-4D97-AF65-F5344CB8AC3E}">
        <p14:creationId xmlns:p14="http://schemas.microsoft.com/office/powerpoint/2010/main" val="15906748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5C2F3-0ACD-2FA5-90CE-75F22141B860}"/>
              </a:ext>
            </a:extLst>
          </p:cNvPr>
          <p:cNvSpPr>
            <a:spLocks noGrp="1"/>
          </p:cNvSpPr>
          <p:nvPr>
            <p:ph type="title"/>
          </p:nvPr>
        </p:nvSpPr>
        <p:spPr/>
        <p:txBody>
          <a:bodyPr/>
          <a:lstStyle/>
          <a:p>
            <a:r>
              <a:rPr lang="en-IN"/>
              <a:t> </a:t>
            </a:r>
            <a:br>
              <a:rPr lang="en-IN"/>
            </a:br>
            <a:r>
              <a:rPr lang="en-IN"/>
              <a:t> </a:t>
            </a:r>
          </a:p>
        </p:txBody>
      </p:sp>
      <p:sp>
        <p:nvSpPr>
          <p:cNvPr id="3" name="Content Placeholder 2">
            <a:extLst>
              <a:ext uri="{FF2B5EF4-FFF2-40B4-BE49-F238E27FC236}">
                <a16:creationId xmlns:a16="http://schemas.microsoft.com/office/drawing/2014/main" id="{6207D80C-B865-AD7C-1EE1-075D179F4AB8}"/>
              </a:ext>
            </a:extLst>
          </p:cNvPr>
          <p:cNvSpPr>
            <a:spLocks noGrp="1"/>
          </p:cNvSpPr>
          <p:nvPr>
            <p:ph idx="1"/>
          </p:nvPr>
        </p:nvSpPr>
        <p:spPr>
          <a:xfrm>
            <a:off x="687390" y="646331"/>
            <a:ext cx="11316101" cy="6100978"/>
          </a:xfrm>
        </p:spPr>
        <p:txBody>
          <a:bodyPr>
            <a:normAutofit/>
          </a:bodyPr>
          <a:lstStyle/>
          <a:p>
            <a:r>
              <a:rPr lang="en-US" dirty="0"/>
              <a:t>        </a:t>
            </a:r>
          </a:p>
          <a:p>
            <a:endParaRPr lang="en-US" dirty="0"/>
          </a:p>
          <a:p>
            <a:r>
              <a:rPr lang="en-US" sz="2400" dirty="0"/>
              <a:t>Constraint satisfaction problem in artificial intelligence involves identifying constraints and finding optimal(maybe) solutions that satisfy them. Various algorithms, such as backtracking, forward checking, and local search, can be used to solve this problem. It has various applications in scheduling, resource allocation, and automated reasoning. A solution in AI is a complete assignment of values to all variables that satisfies all constraints. Variable domains can be finite, infinite, or continuous, and constraints can be unary, binary, or global. The problem has a wide range of applications, including scheduling, resource allocation, and automated reasoning.</a:t>
            </a:r>
            <a:endParaRPr lang="en-IN" sz="2400" dirty="0"/>
          </a:p>
        </p:txBody>
      </p:sp>
      <p:sp>
        <p:nvSpPr>
          <p:cNvPr id="4" name="Rectangle 3">
            <a:extLst>
              <a:ext uri="{FF2B5EF4-FFF2-40B4-BE49-F238E27FC236}">
                <a16:creationId xmlns:a16="http://schemas.microsoft.com/office/drawing/2014/main" id="{8E054F5B-3C96-3833-64BD-F522F17A7315}"/>
              </a:ext>
            </a:extLst>
          </p:cNvPr>
          <p:cNvSpPr/>
          <p:nvPr/>
        </p:nvSpPr>
        <p:spPr>
          <a:xfrm>
            <a:off x="2595925" y="1"/>
            <a:ext cx="7000158" cy="830999"/>
          </a:xfrm>
          <a:prstGeom prst="rect">
            <a:avLst/>
          </a:prstGeom>
          <a:noFill/>
        </p:spPr>
        <p:txBody>
          <a:bodyPr wrap="square" lIns="91440" tIns="45721" rIns="91440" bIns="45721">
            <a:spAutoFit/>
          </a:bodyPr>
          <a:lstStyle/>
          <a:p>
            <a:pPr algn="ctr"/>
            <a:r>
              <a:rPr lang="en-US" sz="4800" dirty="0">
                <a:ln w="0"/>
                <a:solidFill>
                  <a:schemeClr val="accent1"/>
                </a:solidFill>
                <a:effectLst>
                  <a:outerShdw blurRad="38100" dist="25400" dir="5400000" algn="ctr" rotWithShape="0">
                    <a:srgbClr val="6E747A">
                      <a:alpha val="43000"/>
                    </a:srgbClr>
                  </a:outerShdw>
                </a:effectLst>
              </a:rPr>
              <a:t>LITERATURE SURVEY</a:t>
            </a:r>
            <a:endParaRPr lang="en-US" sz="360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051307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5E8BC-AD3D-C23B-A655-AB560828B32D}"/>
              </a:ext>
            </a:extLst>
          </p:cNvPr>
          <p:cNvSpPr>
            <a:spLocks noGrp="1"/>
          </p:cNvSpPr>
          <p:nvPr>
            <p:ph type="title"/>
          </p:nvPr>
        </p:nvSpPr>
        <p:spPr/>
        <p:txBody>
          <a:bodyPr/>
          <a:lstStyle/>
          <a:p>
            <a:r>
              <a:rPr lang="en-IN" dirty="0"/>
              <a:t> </a:t>
            </a:r>
          </a:p>
        </p:txBody>
      </p:sp>
      <p:sp>
        <p:nvSpPr>
          <p:cNvPr id="3" name="Content Placeholder 2">
            <a:extLst>
              <a:ext uri="{FF2B5EF4-FFF2-40B4-BE49-F238E27FC236}">
                <a16:creationId xmlns:a16="http://schemas.microsoft.com/office/drawing/2014/main" id="{BDEA2D9E-FD8C-CB32-0728-BD1AE36BBB26}"/>
              </a:ext>
            </a:extLst>
          </p:cNvPr>
          <p:cNvSpPr>
            <a:spLocks noGrp="1"/>
          </p:cNvSpPr>
          <p:nvPr>
            <p:ph idx="1"/>
          </p:nvPr>
        </p:nvSpPr>
        <p:spPr>
          <a:xfrm>
            <a:off x="1146425" y="1547444"/>
            <a:ext cx="9706635" cy="5319742"/>
          </a:xfrm>
        </p:spPr>
        <p:txBody>
          <a:bodyPr>
            <a:normAutofit/>
          </a:bodyPr>
          <a:lstStyle/>
          <a:p>
            <a:pPr marL="0" indent="0">
              <a:buNone/>
            </a:pPr>
            <a:r>
              <a:rPr lang="en-US" sz="2400" dirty="0"/>
              <a:t>4.1	</a:t>
            </a:r>
            <a:r>
              <a:rPr lang="en-US" sz="2400" b="1" dirty="0"/>
              <a:t>Forward checking algorithm:</a:t>
            </a:r>
          </a:p>
          <a:p>
            <a:pPr marL="0" indent="0">
              <a:buNone/>
            </a:pPr>
            <a:endParaRPr lang="en-US" sz="2400" b="1" dirty="0"/>
          </a:p>
          <a:p>
            <a:pPr marL="0" indent="0">
              <a:buNone/>
            </a:pPr>
            <a:r>
              <a:rPr lang="en-US" sz="2400" dirty="0"/>
              <a:t>The forward checking algorithm for solving constraint satisfaction problems is a popular and successful alternative to backtracking. However, its success has largely been determined empirically, and there has been limited work towards a real understanding of why and when forward checking is the superior approach</a:t>
            </a:r>
            <a:endParaRPr lang="en-IN" dirty="0"/>
          </a:p>
        </p:txBody>
      </p:sp>
      <p:sp>
        <p:nvSpPr>
          <p:cNvPr id="4" name="Rectangle 3">
            <a:extLst>
              <a:ext uri="{FF2B5EF4-FFF2-40B4-BE49-F238E27FC236}">
                <a16:creationId xmlns:a16="http://schemas.microsoft.com/office/drawing/2014/main" id="{D1F2D449-D591-7A39-1FF5-7CF94B0876AF}"/>
              </a:ext>
            </a:extLst>
          </p:cNvPr>
          <p:cNvSpPr/>
          <p:nvPr/>
        </p:nvSpPr>
        <p:spPr>
          <a:xfrm>
            <a:off x="2671281" y="219374"/>
            <a:ext cx="6205592" cy="769443"/>
          </a:xfrm>
          <a:prstGeom prst="rect">
            <a:avLst/>
          </a:prstGeom>
          <a:noFill/>
        </p:spPr>
        <p:txBody>
          <a:bodyPr wrap="square" lIns="91440" tIns="45721" rIns="91440" bIns="45721">
            <a:spAutoFit/>
          </a:bodyPr>
          <a:lstStyle/>
          <a:p>
            <a:pPr algn="ctr"/>
            <a:r>
              <a:rPr lang="en-US" sz="4400" dirty="0">
                <a:ln w="0"/>
                <a:solidFill>
                  <a:schemeClr val="accent1"/>
                </a:solidFill>
                <a:effectLst>
                  <a:outerShdw blurRad="38100" dist="25400" dir="5400000" algn="ctr" rotWithShape="0">
                    <a:srgbClr val="6E747A">
                      <a:alpha val="43000"/>
                    </a:srgbClr>
                  </a:outerShdw>
                </a:effectLst>
              </a:rPr>
              <a:t>METHODOLOGY</a:t>
            </a:r>
            <a:endParaRPr lang="en-US" sz="280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7976938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B39F4-7F42-7D77-9E3C-2B90D86EB3B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84D25A9-D587-F6A6-A24D-46624ABA97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3380" y="236212"/>
            <a:ext cx="8911687" cy="5269853"/>
          </a:xfrm>
        </p:spPr>
      </p:pic>
      <p:sp>
        <p:nvSpPr>
          <p:cNvPr id="6" name="TextBox 5">
            <a:extLst>
              <a:ext uri="{FF2B5EF4-FFF2-40B4-BE49-F238E27FC236}">
                <a16:creationId xmlns:a16="http://schemas.microsoft.com/office/drawing/2014/main" id="{B27D7FC1-F8EB-BA35-A817-C7D41BCB2A5F}"/>
              </a:ext>
            </a:extLst>
          </p:cNvPr>
          <p:cNvSpPr txBox="1"/>
          <p:nvPr/>
        </p:nvSpPr>
        <p:spPr>
          <a:xfrm>
            <a:off x="4857135" y="5709296"/>
            <a:ext cx="3775588" cy="369332"/>
          </a:xfrm>
          <a:prstGeom prst="rect">
            <a:avLst/>
          </a:prstGeom>
          <a:noFill/>
        </p:spPr>
        <p:txBody>
          <a:bodyPr wrap="square" rtlCol="0">
            <a:spAutoFit/>
          </a:bodyPr>
          <a:lstStyle/>
          <a:p>
            <a:r>
              <a:rPr lang="en-IN" dirty="0"/>
              <a:t>CSP Code</a:t>
            </a:r>
          </a:p>
        </p:txBody>
      </p:sp>
    </p:spTree>
    <p:extLst>
      <p:ext uri="{BB962C8B-B14F-4D97-AF65-F5344CB8AC3E}">
        <p14:creationId xmlns:p14="http://schemas.microsoft.com/office/powerpoint/2010/main" val="8596313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F48C8-4C78-A3F5-FF98-6C1E9A886D79}"/>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31BFC34B-477F-F71F-936B-CE85C6295D5C}"/>
              </a:ext>
            </a:extLst>
          </p:cNvPr>
          <p:cNvSpPr>
            <a:spLocks noGrp="1"/>
          </p:cNvSpPr>
          <p:nvPr>
            <p:ph type="subTitle" idx="1"/>
          </p:nvPr>
        </p:nvSpPr>
        <p:spPr>
          <a:xfrm>
            <a:off x="2589214" y="4777380"/>
            <a:ext cx="8915399" cy="1126283"/>
          </a:xfrm>
        </p:spPr>
        <p:txBody>
          <a:bodyPr/>
          <a:lstStyle/>
          <a:p>
            <a:endParaRPr lang="en-IN" dirty="0"/>
          </a:p>
          <a:p>
            <a:endParaRPr lang="en-IN" dirty="0"/>
          </a:p>
        </p:txBody>
      </p:sp>
      <p:pic>
        <p:nvPicPr>
          <p:cNvPr id="7" name="Picture 6">
            <a:extLst>
              <a:ext uri="{FF2B5EF4-FFF2-40B4-BE49-F238E27FC236}">
                <a16:creationId xmlns:a16="http://schemas.microsoft.com/office/drawing/2014/main" id="{8C6C4122-8EED-59B4-9BD2-C8E6F413413C}"/>
              </a:ext>
            </a:extLst>
          </p:cNvPr>
          <p:cNvPicPr>
            <a:picLocks noChangeAspect="1"/>
          </p:cNvPicPr>
          <p:nvPr/>
        </p:nvPicPr>
        <p:blipFill rotWithShape="1">
          <a:blip r:embed="rId2">
            <a:extLst>
              <a:ext uri="{28A0092B-C50C-407E-A947-70E740481C1C}">
                <a14:useLocalDpi xmlns:a14="http://schemas.microsoft.com/office/drawing/2010/main" val="0"/>
              </a:ext>
            </a:extLst>
          </a:blip>
          <a:srcRect l="22078"/>
          <a:stretch/>
        </p:blipFill>
        <p:spPr>
          <a:xfrm>
            <a:off x="530942" y="94866"/>
            <a:ext cx="11661058" cy="5808797"/>
          </a:xfrm>
          <a:prstGeom prst="rect">
            <a:avLst/>
          </a:prstGeom>
        </p:spPr>
      </p:pic>
      <p:sp>
        <p:nvSpPr>
          <p:cNvPr id="8" name="TextBox 7">
            <a:extLst>
              <a:ext uri="{FF2B5EF4-FFF2-40B4-BE49-F238E27FC236}">
                <a16:creationId xmlns:a16="http://schemas.microsoft.com/office/drawing/2014/main" id="{36B050DA-B3A9-05FC-8491-BEB33C7E28E2}"/>
              </a:ext>
            </a:extLst>
          </p:cNvPr>
          <p:cNvSpPr txBox="1"/>
          <p:nvPr/>
        </p:nvSpPr>
        <p:spPr>
          <a:xfrm>
            <a:off x="2864518" y="5161934"/>
            <a:ext cx="6928412" cy="1200329"/>
          </a:xfrm>
          <a:prstGeom prst="rect">
            <a:avLst/>
          </a:prstGeom>
          <a:noFill/>
        </p:spPr>
        <p:txBody>
          <a:bodyPr wrap="square" rtlCol="0">
            <a:spAutoFit/>
          </a:bodyPr>
          <a:lstStyle/>
          <a:p>
            <a:r>
              <a:rPr lang="en-IN" dirty="0"/>
              <a:t>  				      </a:t>
            </a:r>
          </a:p>
          <a:p>
            <a:endParaRPr lang="en-IN" dirty="0"/>
          </a:p>
          <a:p>
            <a:endParaRPr lang="en-IN" dirty="0"/>
          </a:p>
          <a:p>
            <a:r>
              <a:rPr lang="en-IN" dirty="0"/>
              <a:t>                                        Main Code</a:t>
            </a:r>
          </a:p>
        </p:txBody>
      </p:sp>
    </p:spTree>
    <p:extLst>
      <p:ext uri="{BB962C8B-B14F-4D97-AF65-F5344CB8AC3E}">
        <p14:creationId xmlns:p14="http://schemas.microsoft.com/office/powerpoint/2010/main" val="38559799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FB21E-FE90-BA18-34B5-668E2913972A}"/>
              </a:ext>
            </a:extLst>
          </p:cNvPr>
          <p:cNvSpPr>
            <a:spLocks noGrp="1"/>
          </p:cNvSpPr>
          <p:nvPr>
            <p:ph type="title"/>
          </p:nvPr>
        </p:nvSpPr>
        <p:spPr>
          <a:xfrm>
            <a:off x="1602770" y="123292"/>
            <a:ext cx="9593618" cy="1535131"/>
          </a:xfrm>
        </p:spPr>
        <p:txBody>
          <a:bodyPr>
            <a:normAutofit fontScale="90000"/>
          </a:bodyPr>
          <a:lstStyle/>
          <a:p>
            <a:r>
              <a:rPr lang="en-US" sz="4000" dirty="0">
                <a:ln w="0"/>
                <a:solidFill>
                  <a:schemeClr val="accent1"/>
                </a:solidFill>
                <a:effectLst>
                  <a:outerShdw blurRad="38100" dist="25400" dir="5400000" algn="ctr" rotWithShape="0">
                    <a:srgbClr val="6E747A">
                      <a:alpha val="43000"/>
                    </a:srgbClr>
                  </a:outerShdw>
                </a:effectLst>
              </a:rPr>
              <a:t>              </a:t>
            </a:r>
            <a:r>
              <a:rPr lang="en-US" sz="4400" dirty="0">
                <a:ln w="0"/>
                <a:solidFill>
                  <a:schemeClr val="accent1"/>
                </a:solidFill>
                <a:effectLst>
                  <a:outerShdw blurRad="38100" dist="25400" dir="5400000" algn="ctr" rotWithShape="0">
                    <a:srgbClr val="6E747A">
                      <a:alpha val="43000"/>
                    </a:srgbClr>
                  </a:outerShdw>
                </a:effectLst>
              </a:rPr>
              <a:t>METHODOLOGY</a:t>
            </a:r>
            <a:br>
              <a:rPr lang="en-US" sz="2800" dirty="0">
                <a:ln w="0"/>
                <a:solidFill>
                  <a:schemeClr val="accent1"/>
                </a:solidFill>
                <a:effectLst>
                  <a:outerShdw blurRad="38100" dist="25400" dir="5400000" algn="ctr" rotWithShape="0">
                    <a:srgbClr val="6E747A">
                      <a:alpha val="43000"/>
                    </a:srgbClr>
                  </a:outerShdw>
                </a:effectLst>
              </a:rPr>
            </a:br>
            <a:br>
              <a:rPr lang="en-US" sz="2400" dirty="0">
                <a:ln w="0"/>
                <a:solidFill>
                  <a:schemeClr val="accent1"/>
                </a:solidFill>
                <a:effectLst>
                  <a:outerShdw blurRad="38100" dist="25400" dir="5400000" algn="ctr" rotWithShape="0">
                    <a:srgbClr val="6E747A">
                      <a:alpha val="43000"/>
                    </a:srgbClr>
                  </a:outerShdw>
                </a:effectLst>
              </a:rPr>
            </a:br>
            <a:br>
              <a:rPr lang="en-US" sz="2400" dirty="0">
                <a:ln w="0"/>
                <a:solidFill>
                  <a:schemeClr val="accent1"/>
                </a:solidFill>
                <a:effectLst>
                  <a:outerShdw blurRad="38100" dist="25400" dir="5400000" algn="ctr" rotWithShape="0">
                    <a:srgbClr val="6E747A">
                      <a:alpha val="43000"/>
                    </a:srgbClr>
                  </a:outerShdw>
                </a:effectLst>
              </a:rPr>
            </a:br>
            <a:r>
              <a:rPr lang="en-US" sz="2400" dirty="0">
                <a:ln w="0"/>
                <a:solidFill>
                  <a:schemeClr val="accent1"/>
                </a:solidFill>
                <a:effectLst>
                  <a:outerShdw blurRad="38100" dist="25400" dir="5400000" algn="ctr" rotWithShape="0">
                    <a:srgbClr val="6E747A">
                      <a:alpha val="43000"/>
                    </a:srgbClr>
                  </a:outerShdw>
                </a:effectLst>
              </a:rPr>
              <a:t>4.2 </a:t>
            </a:r>
            <a:r>
              <a:rPr lang="en-IN" sz="2201" b="1" kern="100" dirty="0">
                <a:solidFill>
                  <a:srgbClr val="000000"/>
                </a:solidFill>
                <a:latin typeface="Book Antiqua" panose="02040602050305030304" pitchFamily="18" charset="0"/>
                <a:ea typeface="Book Antiqua" panose="02040602050305030304" pitchFamily="18" charset="0"/>
                <a:cs typeface="Book Antiqua" panose="02040602050305030304" pitchFamily="18" charset="0"/>
              </a:rPr>
              <a:t>Pseudocode</a:t>
            </a:r>
            <a:br>
              <a:rPr lang="en-IN" sz="1801" b="1" kern="100" dirty="0">
                <a:solidFill>
                  <a:srgbClr val="000000"/>
                </a:solidFill>
                <a:latin typeface="Book Antiqua" panose="02040602050305030304" pitchFamily="18" charset="0"/>
                <a:ea typeface="Book Antiqua" panose="02040602050305030304" pitchFamily="18" charset="0"/>
                <a:cs typeface="Book Antiqua" panose="02040602050305030304" pitchFamily="18" charset="0"/>
              </a:rPr>
            </a:br>
            <a:endParaRPr lang="en-IN" dirty="0"/>
          </a:p>
        </p:txBody>
      </p:sp>
      <p:pic>
        <p:nvPicPr>
          <p:cNvPr id="4" name="Content Placeholder 3">
            <a:extLst>
              <a:ext uri="{FF2B5EF4-FFF2-40B4-BE49-F238E27FC236}">
                <a16:creationId xmlns:a16="http://schemas.microsoft.com/office/drawing/2014/main" id="{B6FE94FA-24AE-D277-DDAE-E6CE5F38C63C}"/>
              </a:ext>
            </a:extLst>
          </p:cNvPr>
          <p:cNvPicPr>
            <a:picLocks noGrp="1" noChangeAspect="1"/>
          </p:cNvPicPr>
          <p:nvPr>
            <p:ph idx="1"/>
          </p:nvPr>
        </p:nvPicPr>
        <p:blipFill>
          <a:blip r:embed="rId2"/>
          <a:stretch>
            <a:fillRect/>
          </a:stretch>
        </p:blipFill>
        <p:spPr>
          <a:xfrm>
            <a:off x="2760547" y="1905003"/>
            <a:ext cx="6670910" cy="4604265"/>
          </a:xfrm>
          <a:prstGeom prst="rect">
            <a:avLst/>
          </a:prstGeom>
        </p:spPr>
      </p:pic>
    </p:spTree>
    <p:extLst>
      <p:ext uri="{BB962C8B-B14F-4D97-AF65-F5344CB8AC3E}">
        <p14:creationId xmlns:p14="http://schemas.microsoft.com/office/powerpoint/2010/main" val="26446323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BD73A-64C0-A731-F303-28F56E51F7DC}"/>
              </a:ext>
            </a:extLst>
          </p:cNvPr>
          <p:cNvSpPr>
            <a:spLocks noGrp="1"/>
          </p:cNvSpPr>
          <p:nvPr>
            <p:ph type="title"/>
          </p:nvPr>
        </p:nvSpPr>
        <p:spPr>
          <a:xfrm>
            <a:off x="2479911" y="315885"/>
            <a:ext cx="8911687" cy="1280890"/>
          </a:xfrm>
        </p:spPr>
        <p:txBody>
          <a:bodyPr/>
          <a:lstStyle/>
          <a:p>
            <a:r>
              <a:rPr lang="en-IN" dirty="0"/>
              <a:t>						</a:t>
            </a:r>
            <a:r>
              <a:rPr lang="en-US" sz="3600" dirty="0">
                <a:ln w="0"/>
                <a:effectLst>
                  <a:outerShdw blurRad="38100" dist="19050" dir="2700000" algn="tl" rotWithShape="0">
                    <a:schemeClr val="dk1">
                      <a:alpha val="40000"/>
                    </a:schemeClr>
                  </a:outerShdw>
                </a:effectLst>
              </a:rPr>
              <a:t> </a:t>
            </a:r>
            <a:r>
              <a:rPr lang="en-US" sz="4400" dirty="0">
                <a:ln w="0"/>
                <a:effectLst>
                  <a:outerShdw blurRad="38100" dist="19050" dir="2700000" algn="tl" rotWithShape="0">
                    <a:schemeClr val="dk1">
                      <a:alpha val="40000"/>
                    </a:schemeClr>
                  </a:outerShdw>
                </a:effectLst>
              </a:rPr>
              <a:t>RESULTS</a:t>
            </a:r>
            <a:endParaRPr lang="en-IN" dirty="0"/>
          </a:p>
        </p:txBody>
      </p:sp>
      <p:pic>
        <p:nvPicPr>
          <p:cNvPr id="4" name="Content Placeholder 3">
            <a:extLst>
              <a:ext uri="{FF2B5EF4-FFF2-40B4-BE49-F238E27FC236}">
                <a16:creationId xmlns:a16="http://schemas.microsoft.com/office/drawing/2014/main" id="{CD912093-5AD1-1A47-E16E-CD9BE1B21BAC}"/>
              </a:ext>
            </a:extLst>
          </p:cNvPr>
          <p:cNvPicPr>
            <a:picLocks noGrp="1" noChangeAspect="1"/>
          </p:cNvPicPr>
          <p:nvPr>
            <p:ph idx="1"/>
          </p:nvPr>
        </p:nvPicPr>
        <p:blipFill>
          <a:blip r:embed="rId2"/>
          <a:stretch>
            <a:fillRect/>
          </a:stretch>
        </p:blipFill>
        <p:spPr>
          <a:xfrm>
            <a:off x="1355979" y="1284270"/>
            <a:ext cx="10035619" cy="4911047"/>
          </a:xfrm>
          <a:prstGeom prst="rect">
            <a:avLst/>
          </a:prstGeom>
        </p:spPr>
      </p:pic>
      <p:sp>
        <p:nvSpPr>
          <p:cNvPr id="5" name="Rectangle 4">
            <a:extLst>
              <a:ext uri="{FF2B5EF4-FFF2-40B4-BE49-F238E27FC236}">
                <a16:creationId xmlns:a16="http://schemas.microsoft.com/office/drawing/2014/main" id="{F1D840D5-2DA7-7EF5-7420-CF0FAEB8FA4C}"/>
              </a:ext>
            </a:extLst>
          </p:cNvPr>
          <p:cNvSpPr/>
          <p:nvPr/>
        </p:nvSpPr>
        <p:spPr>
          <a:xfrm>
            <a:off x="3315722" y="6195317"/>
            <a:ext cx="5067414" cy="400110"/>
          </a:xfrm>
          <a:prstGeom prst="rect">
            <a:avLst/>
          </a:prstGeom>
          <a:noFill/>
        </p:spPr>
        <p:txBody>
          <a:bodyPr wrap="none" lIns="91440" tIns="45720" rIns="91440" bIns="45720">
            <a:spAutoFit/>
          </a:bodyPr>
          <a:lstStyle/>
          <a:p>
            <a:pPr algn="ctr"/>
            <a:r>
              <a:rPr lang="en-US" sz="2000" b="0" cap="none" spc="0" dirty="0">
                <a:ln w="0"/>
                <a:solidFill>
                  <a:schemeClr val="accent1"/>
                </a:solidFill>
                <a:effectLst>
                  <a:outerShdw blurRad="38100" dist="25400" dir="5400000" algn="ctr" rotWithShape="0">
                    <a:srgbClr val="6E747A">
                      <a:alpha val="43000"/>
                    </a:srgbClr>
                  </a:outerShdw>
                </a:effectLst>
              </a:rPr>
              <a:t>Figure1.1 </a:t>
            </a:r>
            <a:r>
              <a:rPr lang="en-US" sz="2000" b="0" cap="none" spc="0" dirty="0" err="1">
                <a:ln w="0"/>
                <a:solidFill>
                  <a:schemeClr val="accent1"/>
                </a:solidFill>
                <a:effectLst>
                  <a:outerShdw blurRad="38100" dist="25400" dir="5400000" algn="ctr" rotWithShape="0">
                    <a:srgbClr val="6E747A">
                      <a:alpha val="43000"/>
                    </a:srgbClr>
                  </a:outerShdw>
                </a:effectLst>
              </a:rPr>
              <a:t>csp</a:t>
            </a:r>
            <a:r>
              <a:rPr lang="en-US" sz="2000" b="0" cap="none" spc="0" dirty="0">
                <a:ln w="0"/>
                <a:solidFill>
                  <a:schemeClr val="accent1"/>
                </a:solidFill>
                <a:effectLst>
                  <a:outerShdw blurRad="38100" dist="25400" dir="5400000" algn="ctr" rotWithShape="0">
                    <a:srgbClr val="6E747A">
                      <a:alpha val="43000"/>
                    </a:srgbClr>
                  </a:outerShdw>
                </a:effectLst>
              </a:rPr>
              <a:t> map </a:t>
            </a:r>
            <a:r>
              <a:rPr lang="en-US" sz="2000" b="0" cap="none" spc="0" dirty="0" err="1">
                <a:ln w="0"/>
                <a:solidFill>
                  <a:schemeClr val="accent1"/>
                </a:solidFill>
                <a:effectLst>
                  <a:outerShdw blurRad="38100" dist="25400" dir="5400000" algn="ctr" rotWithShape="0">
                    <a:srgbClr val="6E747A">
                      <a:alpha val="43000"/>
                    </a:srgbClr>
                  </a:outerShdw>
                </a:effectLst>
              </a:rPr>
              <a:t>colour</a:t>
            </a:r>
            <a:r>
              <a:rPr lang="en-US" sz="2000" b="0" cap="none" spc="0" dirty="0">
                <a:ln w="0"/>
                <a:solidFill>
                  <a:schemeClr val="accent1"/>
                </a:solidFill>
                <a:effectLst>
                  <a:outerShdw blurRad="38100" dist="25400" dir="5400000" algn="ctr" rotWithShape="0">
                    <a:srgbClr val="6E747A">
                      <a:alpha val="43000"/>
                    </a:srgbClr>
                  </a:outerShdw>
                </a:effectLst>
              </a:rPr>
              <a:t> with 4 </a:t>
            </a:r>
            <a:r>
              <a:rPr lang="en-US" sz="2000" b="0" cap="none" spc="0" dirty="0" err="1">
                <a:ln w="0"/>
                <a:solidFill>
                  <a:schemeClr val="accent1"/>
                </a:solidFill>
                <a:effectLst>
                  <a:outerShdw blurRad="38100" dist="25400" dir="5400000" algn="ctr" rotWithShape="0">
                    <a:srgbClr val="6E747A">
                      <a:alpha val="43000"/>
                    </a:srgbClr>
                  </a:outerShdw>
                </a:effectLst>
              </a:rPr>
              <a:t>colours</a:t>
            </a:r>
            <a:endParaRPr lang="en-US" sz="2000" b="0" cap="none" spc="0"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5823514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40214-C054-A4A8-AEDC-A8D966C4CBAF}"/>
              </a:ext>
            </a:extLst>
          </p:cNvPr>
          <p:cNvSpPr>
            <a:spLocks noGrp="1"/>
          </p:cNvSpPr>
          <p:nvPr>
            <p:ph type="title"/>
          </p:nvPr>
        </p:nvSpPr>
        <p:spPr>
          <a:xfrm>
            <a:off x="2037040" y="220896"/>
            <a:ext cx="8911687" cy="960635"/>
          </a:xfrm>
        </p:spPr>
        <p:txBody>
          <a:bodyPr>
            <a:normAutofit fontScale="90000"/>
          </a:bodyPr>
          <a:lstStyle/>
          <a:p>
            <a:r>
              <a:rPr lang="en-US" sz="4400" dirty="0">
                <a:ln w="0"/>
                <a:effectLst>
                  <a:outerShdw blurRad="38100" dist="19050" dir="2700000" algn="tl" rotWithShape="0">
                    <a:schemeClr val="dk1">
                      <a:alpha val="40000"/>
                    </a:schemeClr>
                  </a:outerShdw>
                </a:effectLst>
              </a:rPr>
              <a:t>                        </a:t>
            </a:r>
            <a:r>
              <a:rPr lang="en-US" sz="5300" dirty="0">
                <a:ln w="0"/>
                <a:effectLst>
                  <a:outerShdw blurRad="38100" dist="19050" dir="2700000" algn="tl" rotWithShape="0">
                    <a:schemeClr val="dk1">
                      <a:alpha val="40000"/>
                    </a:schemeClr>
                  </a:outerShdw>
                </a:effectLst>
              </a:rPr>
              <a:t>RESULTS</a:t>
            </a:r>
            <a:br>
              <a:rPr lang="en-US" dirty="0">
                <a:ln w="0"/>
                <a:effectLst>
                  <a:outerShdw blurRad="38100" dist="19050" dir="2700000" algn="tl" rotWithShape="0">
                    <a:schemeClr val="dk1">
                      <a:alpha val="40000"/>
                    </a:schemeClr>
                  </a:outerShdw>
                </a:effectLst>
              </a:rPr>
            </a:br>
            <a:endParaRPr lang="en-IN" dirty="0"/>
          </a:p>
        </p:txBody>
      </p:sp>
      <p:sp>
        <p:nvSpPr>
          <p:cNvPr id="3" name="Content Placeholder 2">
            <a:extLst>
              <a:ext uri="{FF2B5EF4-FFF2-40B4-BE49-F238E27FC236}">
                <a16:creationId xmlns:a16="http://schemas.microsoft.com/office/drawing/2014/main" id="{C6F44BEA-8C8F-8978-2AFA-725898D47A03}"/>
              </a:ext>
            </a:extLst>
          </p:cNvPr>
          <p:cNvSpPr>
            <a:spLocks noGrp="1"/>
          </p:cNvSpPr>
          <p:nvPr>
            <p:ph idx="1"/>
          </p:nvPr>
        </p:nvSpPr>
        <p:spPr>
          <a:xfrm>
            <a:off x="1613043" y="1284273"/>
            <a:ext cx="9891570" cy="5352836"/>
          </a:xfrm>
        </p:spPr>
        <p:txBody>
          <a:bodyPr>
            <a:normAutofit fontScale="92500" lnSpcReduction="20000"/>
          </a:bodyPr>
          <a:lstStyle/>
          <a:p>
            <a:endParaRPr lang="en-US" sz="2000" dirty="0"/>
          </a:p>
          <a:p>
            <a:pPr marL="0" indent="0">
              <a:buNone/>
            </a:pPr>
            <a:r>
              <a:rPr lang="en-US" sz="2000" dirty="0"/>
              <a:t>  Map coloring in </a:t>
            </a:r>
            <a:r>
              <a:rPr lang="en-US" sz="2000" dirty="0" err="1"/>
              <a:t>csp</a:t>
            </a:r>
            <a:r>
              <a:rPr lang="en-US" sz="2000" dirty="0"/>
              <a:t> allows us to color the different region in the map using 4 colors only. With the help of various step and algorithm we are able to color the whole world map with the use of 4 colors only.</a:t>
            </a:r>
          </a:p>
          <a:p>
            <a:r>
              <a:rPr lang="en-US" sz="2000" dirty="0"/>
              <a:t>The algorithm used is forward tracking algorithm which helps to reduce the complexity of the solution and make it more efficient to solve in less time.</a:t>
            </a:r>
          </a:p>
          <a:p>
            <a:r>
              <a:rPr lang="en-US" sz="2000" dirty="0"/>
              <a:t>However the solution obtained maybe optimal.</a:t>
            </a:r>
          </a:p>
          <a:p>
            <a:r>
              <a:rPr lang="en-US" sz="2000" dirty="0"/>
              <a:t>Since the problem is based on CSP  , so it has played a vital role to understand the concept of solving the given problem.</a:t>
            </a:r>
          </a:p>
          <a:p>
            <a:r>
              <a:rPr lang="en-US" sz="2000" dirty="0"/>
              <a:t>So Constraint satisfaction problem in artificial intelligence involves identifying constraints and finding optimal(maybe) solutions that satisfy them. Various algorithms, such as backtracking, forward checking, and local search, can be used to solve this problem. It has various applications in scheduling, resource allocation, and automated reasoning. A solution in AI is a complete assignment of values to all variables that satisfies all constraints. Variable domains can be finite, infinite, or continuous, and constraints can be unary, binary, or global. The problem has a wide range of applications, including scheduling, resource allocation, and automated reasoning</a:t>
            </a:r>
            <a:endParaRPr lang="en-IN" sz="2000" dirty="0"/>
          </a:p>
        </p:txBody>
      </p:sp>
    </p:spTree>
    <p:extLst>
      <p:ext uri="{BB962C8B-B14F-4D97-AF65-F5344CB8AC3E}">
        <p14:creationId xmlns:p14="http://schemas.microsoft.com/office/powerpoint/2010/main" val="24426881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FA5FE-8255-036E-6787-8743A2E2FD89}"/>
              </a:ext>
            </a:extLst>
          </p:cNvPr>
          <p:cNvSpPr>
            <a:spLocks noGrp="1"/>
          </p:cNvSpPr>
          <p:nvPr>
            <p:ph type="title"/>
          </p:nvPr>
        </p:nvSpPr>
        <p:spPr>
          <a:xfrm>
            <a:off x="1640158" y="249961"/>
            <a:ext cx="8911687" cy="1280891"/>
          </a:xfrm>
        </p:spPr>
        <p:txBody>
          <a:bodyPr/>
          <a:lstStyle/>
          <a:p>
            <a:r>
              <a:rPr lang="en-IN" dirty="0"/>
              <a:t>						CONCULSION</a:t>
            </a:r>
          </a:p>
        </p:txBody>
      </p:sp>
      <p:sp>
        <p:nvSpPr>
          <p:cNvPr id="3" name="Content Placeholder 2">
            <a:extLst>
              <a:ext uri="{FF2B5EF4-FFF2-40B4-BE49-F238E27FC236}">
                <a16:creationId xmlns:a16="http://schemas.microsoft.com/office/drawing/2014/main" id="{3721C4C6-C253-F86C-4396-534CACE47C2C}"/>
              </a:ext>
            </a:extLst>
          </p:cNvPr>
          <p:cNvSpPr>
            <a:spLocks noGrp="1"/>
          </p:cNvSpPr>
          <p:nvPr>
            <p:ph idx="1"/>
          </p:nvPr>
        </p:nvSpPr>
        <p:spPr>
          <a:xfrm>
            <a:off x="595903" y="1530849"/>
            <a:ext cx="11308421" cy="6452171"/>
          </a:xfrm>
        </p:spPr>
        <p:txBody>
          <a:bodyPr>
            <a:normAutofit/>
          </a:bodyPr>
          <a:lstStyle/>
          <a:p>
            <a:pPr algn="just"/>
            <a:r>
              <a:rPr lang="en-US" dirty="0"/>
              <a:t> </a:t>
            </a:r>
            <a:r>
              <a:rPr lang="en-US" sz="2000" dirty="0"/>
              <a:t>A key tool in artificial intelligence (AI) is the Constraint Satisfaction Problem (CSP), which provides a flexible method for solving problems involving discrete variables and constraints. They have been used in many different areas, including resource allocation, planning, scheduling, and configuration. Researchers and practitioners may clearly define restrictions, variables, and domains thanks to CSPs, which offer an organized means of doing so. The efficiency and effectiveness of CSP solvers have been greatly enhanced by the invention of search algorithms, constraint propagation strategies, and algorithms. CSPs have proven useful in solving real-world issues, and this has led to useful applications in sectors like as project management, telecommunications, and manufacturing. The study of CSPs has been aided by interdisciplinary cooperation, where researchers collaborate with specialists in operations research and optimization to tackle challenging issues.</a:t>
            </a:r>
            <a:endParaRPr lang="en-IN" dirty="0"/>
          </a:p>
        </p:txBody>
      </p:sp>
    </p:spTree>
    <p:extLst>
      <p:ext uri="{BB962C8B-B14F-4D97-AF65-F5344CB8AC3E}">
        <p14:creationId xmlns:p14="http://schemas.microsoft.com/office/powerpoint/2010/main" val="15038894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D4F95-BF1C-8685-AC83-517606E11800}"/>
              </a:ext>
            </a:extLst>
          </p:cNvPr>
          <p:cNvSpPr>
            <a:spLocks noGrp="1"/>
          </p:cNvSpPr>
          <p:nvPr>
            <p:ph type="title"/>
          </p:nvPr>
        </p:nvSpPr>
        <p:spPr>
          <a:xfrm>
            <a:off x="2371333" y="2"/>
            <a:ext cx="8911687" cy="1280891"/>
          </a:xfrm>
        </p:spPr>
        <p:txBody>
          <a:bodyPr/>
          <a:lstStyle/>
          <a:p>
            <a:r>
              <a:rPr lang="en-IN" dirty="0"/>
              <a:t>                     FUTURE SCOPE</a:t>
            </a:r>
          </a:p>
        </p:txBody>
      </p:sp>
      <p:sp>
        <p:nvSpPr>
          <p:cNvPr id="3" name="Content Placeholder 2">
            <a:extLst>
              <a:ext uri="{FF2B5EF4-FFF2-40B4-BE49-F238E27FC236}">
                <a16:creationId xmlns:a16="http://schemas.microsoft.com/office/drawing/2014/main" id="{133493D9-A5EE-EB6A-9917-397EADC1B6C6}"/>
              </a:ext>
            </a:extLst>
          </p:cNvPr>
          <p:cNvSpPr>
            <a:spLocks noGrp="1"/>
          </p:cNvSpPr>
          <p:nvPr>
            <p:ph idx="1"/>
          </p:nvPr>
        </p:nvSpPr>
        <p:spPr>
          <a:xfrm>
            <a:off x="1387013" y="595903"/>
            <a:ext cx="10695397" cy="6262098"/>
          </a:xfrm>
        </p:spPr>
        <p:txBody>
          <a:bodyPr>
            <a:normAutofit fontScale="77500" lnSpcReduction="20000"/>
          </a:bodyPr>
          <a:lstStyle/>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Constraint satisfaction problems (CSPs) in artificial intelligence have a wide range of potential uses in terms of innovation, research, and practical applications in the future. In the upcoming years, there will probably be notable breakthroughs and developments in a number of areas:</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 The goal of research will be to create methods and algorithms that are more effective at handling bigger, more complicated problems.</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In the future, CSP solvers might develop to be more dynamic and adaptive, changing their approaches according on the features of particular problem instances. </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We'll be looking on ways to improve distributed and parallel computing architectures in order to make CSP solvers faster and more scalable. </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In the case of probabilistic and uncertain CSPs—that is, restrictions that contain probabilities or uncertainties—more research is probably needed. </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The creation of CSPs that enable human-AI system collaboration will become more significant.</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CSP solvers able to manage online decision-making scenarios and constantly changing contexts. </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Robotic system restrictions like motion planning, task distribution, and collaboration in complicated situations will probably be greatly aided by CSPs.</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 It is anticipated that the usage of CSP will spread into new industries, including as banking, healthcare, and smart cities, where it is necessary to take complex limitations into account in order to make the best decisions and use available resources.</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There may be an increase in the creation of instructional resources and platforms that impart CSP ideas and problem-solving methods.</a:t>
            </a:r>
          </a:p>
          <a:p>
            <a:pPr algn="just">
              <a:lnSpc>
                <a:spcPct val="107000"/>
              </a:lnSpc>
              <a:spcAft>
                <a:spcPts val="800"/>
              </a:spcAft>
            </a:pPr>
            <a:r>
              <a:rPr lang="en-US" kern="100" dirty="0">
                <a:latin typeface="Calibri" panose="020F0502020204030204" pitchFamily="34" charset="0"/>
                <a:ea typeface="Calibri" panose="020F0502020204030204" pitchFamily="34" charset="0"/>
                <a:cs typeface="Times New Roman" panose="02020603050405020304" pitchFamily="18" charset="0"/>
              </a:rPr>
              <a:t> In conclusion, there are a lot of exciting things that can happen with CSPs in AI in the future. Some of these things include improvements in algorithmic efficiency, machine learning integration, flexibility to changing conditions, and applications in new and emerging areas. </a:t>
            </a:r>
            <a:endParaRPr lang="en-IN"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680346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DDCF3-B1FB-09DD-8C55-AD3D279E3087}"/>
              </a:ext>
            </a:extLst>
          </p:cNvPr>
          <p:cNvSpPr>
            <a:spLocks noGrp="1"/>
          </p:cNvSpPr>
          <p:nvPr>
            <p:ph type="title"/>
          </p:nvPr>
        </p:nvSpPr>
        <p:spPr>
          <a:xfrm>
            <a:off x="2233329" y="356982"/>
            <a:ext cx="8911687" cy="1280890"/>
          </a:xfrm>
        </p:spPr>
        <p:txBody>
          <a:bodyPr/>
          <a:lstStyle/>
          <a:p>
            <a:r>
              <a:rPr lang="en-IN" dirty="0"/>
              <a:t>                      REFERENCES</a:t>
            </a:r>
          </a:p>
        </p:txBody>
      </p:sp>
      <p:sp>
        <p:nvSpPr>
          <p:cNvPr id="3" name="Content Placeholder 2">
            <a:extLst>
              <a:ext uri="{FF2B5EF4-FFF2-40B4-BE49-F238E27FC236}">
                <a16:creationId xmlns:a16="http://schemas.microsoft.com/office/drawing/2014/main" id="{FAEBB400-821E-B3D1-F1C0-B0B10A4F32FA}"/>
              </a:ext>
            </a:extLst>
          </p:cNvPr>
          <p:cNvSpPr>
            <a:spLocks noGrp="1"/>
          </p:cNvSpPr>
          <p:nvPr>
            <p:ph idx="1"/>
          </p:nvPr>
        </p:nvSpPr>
        <p:spPr>
          <a:xfrm>
            <a:off x="1696650" y="1150706"/>
            <a:ext cx="9985047" cy="5974421"/>
          </a:xfrm>
        </p:spPr>
        <p:txBody>
          <a:bodyPr>
            <a:normAutofit/>
          </a:bodyPr>
          <a:lstStyle/>
          <a:p>
            <a:pPr marL="342900" lvl="0" indent="-342900" algn="just">
              <a:lnSpc>
                <a:spcPct val="107000"/>
              </a:lnSpc>
              <a:buFont typeface="Symbol" panose="05050102010706020507" pitchFamily="18" charset="2"/>
              <a:buChar char=""/>
            </a:pPr>
            <a:r>
              <a:rPr lang="en-IN" sz="1800" kern="100" dirty="0">
                <a:solidFill>
                  <a:srgbClr val="262626"/>
                </a:solidFill>
                <a:effectLst/>
                <a:latin typeface="Arial" panose="020B0604020202020204" pitchFamily="34" charset="0"/>
                <a:ea typeface="Calibri" panose="020F0502020204030204" pitchFamily="34" charset="0"/>
                <a:cs typeface="Arial" panose="020B0604020202020204" pitchFamily="34" charset="0"/>
              </a:rPr>
              <a:t>K. Barnard, V. </a:t>
            </a:r>
            <a:r>
              <a:rPr lang="en-IN" sz="1800" kern="100" dirty="0" err="1">
                <a:solidFill>
                  <a:srgbClr val="262626"/>
                </a:solidFill>
                <a:effectLst/>
                <a:latin typeface="Arial" panose="020B0604020202020204" pitchFamily="34" charset="0"/>
                <a:ea typeface="Calibri" panose="020F0502020204030204" pitchFamily="34" charset="0"/>
                <a:cs typeface="Arial" panose="020B0604020202020204" pitchFamily="34" charset="0"/>
              </a:rPr>
              <a:t>Cardei</a:t>
            </a:r>
            <a:r>
              <a:rPr lang="en-IN" sz="1800" kern="100" dirty="0">
                <a:solidFill>
                  <a:srgbClr val="262626"/>
                </a:solidFill>
                <a:effectLst/>
                <a:latin typeface="Arial" panose="020B0604020202020204" pitchFamily="34" charset="0"/>
                <a:ea typeface="Calibri" panose="020F0502020204030204" pitchFamily="34" charset="0"/>
                <a:cs typeface="Arial" panose="020B0604020202020204" pitchFamily="34" charset="0"/>
              </a:rPr>
              <a:t>, B. </a:t>
            </a:r>
            <a:r>
              <a:rPr lang="en-IN" sz="1800" kern="100" dirty="0" err="1">
                <a:solidFill>
                  <a:srgbClr val="262626"/>
                </a:solidFill>
                <a:effectLst/>
                <a:latin typeface="Arial" panose="020B0604020202020204" pitchFamily="34" charset="0"/>
                <a:ea typeface="Calibri" panose="020F0502020204030204" pitchFamily="34" charset="0"/>
                <a:cs typeface="Arial" panose="020B0604020202020204" pitchFamily="34" charset="0"/>
              </a:rPr>
              <a:t>Funt</a:t>
            </a:r>
            <a:r>
              <a:rPr lang="en-IN" sz="1800" kern="100" dirty="0">
                <a:solidFill>
                  <a:srgbClr val="262626"/>
                </a:solidFill>
                <a:effectLst/>
                <a:latin typeface="Arial" panose="020B0604020202020204" pitchFamily="34" charset="0"/>
                <a:ea typeface="Calibri" panose="020F0502020204030204" pitchFamily="34" charset="0"/>
                <a:cs typeface="Arial" panose="020B0604020202020204" pitchFamily="34" charset="0"/>
              </a:rPr>
              <a:t> “A comparison of computational colour constancy algorithms. I: Methodology and experiments with synthesized data ” </a:t>
            </a:r>
            <a:r>
              <a:rPr lang="en-IN" sz="1800" b="1" kern="100" dirty="0">
                <a:solidFill>
                  <a:srgbClr val="262626"/>
                </a:solidFill>
                <a:effectLst/>
                <a:latin typeface="Arial" panose="020B0604020202020204" pitchFamily="34" charset="0"/>
                <a:ea typeface="Calibri" panose="020F0502020204030204" pitchFamily="34" charset="0"/>
                <a:cs typeface="Arial" panose="020B0604020202020204" pitchFamily="34" charset="0"/>
              </a:rPr>
              <a:t> </a:t>
            </a:r>
            <a:r>
              <a:rPr lang="en-IN" sz="1800" u="sng" kern="100" dirty="0">
                <a:solidFill>
                  <a:srgbClr val="262626"/>
                </a:solidFill>
                <a:effectLst/>
                <a:latin typeface="Arial" panose="020B0604020202020204" pitchFamily="34" charset="0"/>
                <a:ea typeface="Calibri" panose="020F0502020204030204" pitchFamily="34" charset="0"/>
                <a:cs typeface="Arial" panose="020B0604020202020204" pitchFamily="34" charset="0"/>
                <a:hlinkClick r:id="rId2"/>
              </a:rPr>
              <a:t>IEEE Transactions on Image Processing</a:t>
            </a:r>
            <a:r>
              <a:rPr lang="en-IN" sz="1800" kern="100" dirty="0">
                <a:solidFill>
                  <a:srgbClr val="262626"/>
                </a:solidFill>
                <a:effectLst/>
                <a:latin typeface="Arial" panose="020B0604020202020204" pitchFamily="34" charset="0"/>
                <a:ea typeface="Calibri" panose="020F0502020204030204" pitchFamily="34" charset="0"/>
                <a:cs typeface="Arial" panose="020B0604020202020204" pitchFamily="34" charset="0"/>
              </a:rPr>
              <a:t> ( Volume: 11, </a:t>
            </a:r>
            <a:r>
              <a:rPr lang="en-IN" sz="1800" u="sng" kern="100" dirty="0">
                <a:solidFill>
                  <a:srgbClr val="262626"/>
                </a:solidFill>
                <a:effectLst/>
                <a:latin typeface="Arial" panose="020B0604020202020204" pitchFamily="34" charset="0"/>
                <a:ea typeface="Calibri" panose="020F0502020204030204" pitchFamily="34" charset="0"/>
                <a:cs typeface="Arial" panose="020B0604020202020204" pitchFamily="34" charset="0"/>
                <a:hlinkClick r:id="rId3"/>
              </a:rPr>
              <a:t>Issue: 9</a:t>
            </a:r>
            <a:r>
              <a:rPr lang="en-IN" sz="1800" kern="100" dirty="0">
                <a:solidFill>
                  <a:srgbClr val="262626"/>
                </a:solidFill>
                <a:effectLst/>
                <a:latin typeface="Arial" panose="020B0604020202020204" pitchFamily="34" charset="0"/>
                <a:ea typeface="Calibri" panose="020F0502020204030204" pitchFamily="34" charset="0"/>
                <a:cs typeface="Arial" panose="020B0604020202020204" pitchFamily="34" charset="0"/>
              </a:rPr>
              <a:t>, September 2002)</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Symbol" panose="05050102010706020507" pitchFamily="18" charset="2"/>
              <a:buChar char=""/>
            </a:pPr>
            <a:r>
              <a:rPr lang="en-IN" sz="1800" kern="100" dirty="0">
                <a:effectLst/>
                <a:latin typeface="Calibri" panose="020F0502020204030204" pitchFamily="34" charset="0"/>
                <a:ea typeface="Calibri" panose="020F0502020204030204" pitchFamily="34" charset="0"/>
                <a:cs typeface="Arial" panose="020B0604020202020204" pitchFamily="34" charset="0"/>
              </a:rPr>
              <a:t>Mr. Varun Singla “How Constraint Satisfaction Algorithm Works” www.youtube.com/Gatesmashers YouTube channel</a:t>
            </a:r>
          </a:p>
          <a:p>
            <a:pPr marL="342900" lvl="0" indent="-342900" algn="just">
              <a:lnSpc>
                <a:spcPct val="107000"/>
              </a:lnSpc>
              <a:spcBef>
                <a:spcPts val="1200"/>
              </a:spcBef>
              <a:spcAft>
                <a:spcPts val="800"/>
              </a:spcAft>
              <a:buFont typeface="Symbol" panose="05050102010706020507" pitchFamily="18" charset="2"/>
              <a:buChar char=""/>
            </a:pPr>
            <a:r>
              <a:rPr lang="en-IN" sz="1800" kern="100" dirty="0">
                <a:effectLst/>
                <a:latin typeface="Calibri" panose="020F0502020204030204" pitchFamily="34" charset="0"/>
                <a:ea typeface="Calibri" panose="020F0502020204030204" pitchFamily="34" charset="0"/>
                <a:cs typeface="Calibri" panose="020F0502020204030204" pitchFamily="34" charset="0"/>
              </a:rPr>
              <a:t>Federico </a:t>
            </a:r>
            <a:r>
              <a:rPr lang="en-IN" sz="1800" kern="100" dirty="0" err="1">
                <a:effectLst/>
                <a:latin typeface="Calibri" panose="020F0502020204030204" pitchFamily="34" charset="0"/>
                <a:ea typeface="Calibri" panose="020F0502020204030204" pitchFamily="34" charset="0"/>
                <a:cs typeface="Calibri" panose="020F0502020204030204" pitchFamily="34" charset="0"/>
              </a:rPr>
              <a:t>Pennino</a:t>
            </a:r>
            <a:r>
              <a:rPr lang="en-IN" sz="1800" kern="100" dirty="0">
                <a:effectLst/>
                <a:latin typeface="Calibri" panose="020F0502020204030204" pitchFamily="34" charset="0"/>
                <a:ea typeface="Calibri" panose="020F0502020204030204" pitchFamily="34" charset="0"/>
                <a:cs typeface="Calibri" panose="020F0502020204030204" pitchFamily="34" charset="0"/>
              </a:rPr>
              <a:t> “code reference” GitHub profile </a:t>
            </a:r>
            <a:r>
              <a:rPr lang="en-IN" sz="1800" kern="100" dirty="0" err="1">
                <a:effectLst/>
                <a:latin typeface="Calibri" panose="020F0502020204030204" pitchFamily="34" charset="0"/>
                <a:ea typeface="Calibri" panose="020F0502020204030204" pitchFamily="34" charset="0"/>
                <a:cs typeface="Calibri" panose="020F0502020204030204" pitchFamily="34" charset="0"/>
              </a:rPr>
              <a:t>halykoss</a:t>
            </a:r>
            <a:r>
              <a:rPr lang="en-IN" sz="1800" kern="100" dirty="0">
                <a:effectLst/>
                <a:latin typeface="Calibri" panose="020F0502020204030204" pitchFamily="34" charset="0"/>
                <a:ea typeface="Calibri" panose="020F0502020204030204" pitchFamily="34" charset="0"/>
                <a:cs typeface="Calibri" panose="020F0502020204030204" pitchFamily="34" charset="0"/>
              </a:rPr>
              <a:t>/CSP-Map-</a:t>
            </a:r>
            <a:r>
              <a:rPr lang="en-IN" sz="1800" kern="100" dirty="0" err="1">
                <a:effectLst/>
                <a:latin typeface="Calibri" panose="020F0502020204030204" pitchFamily="34" charset="0"/>
                <a:ea typeface="Calibri" panose="020F0502020204030204" pitchFamily="34" charset="0"/>
                <a:cs typeface="Calibri" panose="020F0502020204030204" pitchFamily="34" charset="0"/>
              </a:rPr>
              <a:t>Coloring</a:t>
            </a:r>
            <a:r>
              <a:rPr lang="en-IN" sz="1800" kern="100" dirty="0">
                <a:effectLst/>
                <a:latin typeface="Calibri" panose="020F0502020204030204" pitchFamily="34" charset="0"/>
                <a:ea typeface="Calibri" panose="020F0502020204030204" pitchFamily="34" charset="0"/>
                <a:cs typeface="Calibri" panose="020F0502020204030204" pitchFamily="34" charset="0"/>
              </a:rPr>
              <a:t> </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Symbol" panose="05050102010706020507" pitchFamily="18" charset="2"/>
              <a:buChar char=""/>
            </a:pPr>
            <a:r>
              <a:rPr lang="en-IN" sz="1800" kern="100" dirty="0">
                <a:effectLst/>
                <a:latin typeface="Book Antiqua" panose="02040602050305030304" pitchFamily="18" charset="0"/>
                <a:ea typeface="Calibri" panose="020F0502020204030204" pitchFamily="34" charset="0"/>
                <a:cs typeface="Arial" panose="020B0604020202020204" pitchFamily="34" charset="0"/>
              </a:rPr>
              <a:t>cs.colostate.edu  “Definition of CSP” </a:t>
            </a:r>
            <a:r>
              <a:rPr lang="en-IN" sz="1800" kern="100" dirty="0">
                <a:effectLst/>
                <a:latin typeface="Calibri" panose="020F0502020204030204" pitchFamily="34" charset="0"/>
                <a:ea typeface="Calibri" panose="020F0502020204030204" pitchFamily="34" charset="0"/>
                <a:cs typeface="Arial" panose="020B0604020202020204" pitchFamily="34" charset="0"/>
              </a:rPr>
              <a:t>Russell and Norvig Chapter 6 Constraint Satisfaction Problems (CSPs)</a:t>
            </a:r>
          </a:p>
          <a:p>
            <a:pPr marL="342900" lvl="0" indent="-342900" algn="just">
              <a:lnSpc>
                <a:spcPct val="107000"/>
              </a:lnSpc>
              <a:buFont typeface="Symbol" panose="05050102010706020507" pitchFamily="18" charset="2"/>
              <a:buChar char=""/>
            </a:pPr>
            <a:r>
              <a:rPr lang="en-IN" sz="1800" kern="100" dirty="0">
                <a:effectLst/>
                <a:latin typeface="Book Antiqua" panose="02040602050305030304" pitchFamily="18" charset="0"/>
                <a:ea typeface="Calibri" panose="020F0502020204030204" pitchFamily="34" charset="0"/>
                <a:cs typeface="Arial" panose="020B0604020202020204" pitchFamily="34" charset="0"/>
              </a:rPr>
              <a:t>Geeks For Geeks “forward-checking algorithm” Constraint Satisfaction Problems (CSP) in Artificial Intelligence</a:t>
            </a: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spcAft>
                <a:spcPts val="800"/>
              </a:spcAft>
              <a:buFont typeface="Symbol" panose="05050102010706020507" pitchFamily="18" charset="2"/>
              <a:buChar char=""/>
            </a:pPr>
            <a:r>
              <a:rPr lang="en-IN" sz="1800" kern="100" dirty="0" err="1">
                <a:effectLst/>
                <a:latin typeface="Calibri" panose="020F0502020204030204" pitchFamily="34" charset="0"/>
                <a:ea typeface="Calibri" panose="020F0502020204030204" pitchFamily="34" charset="0"/>
                <a:cs typeface="Arial" panose="020B0604020202020204" pitchFamily="34" charset="0"/>
              </a:rPr>
              <a:t>Fahiem</a:t>
            </a:r>
            <a:r>
              <a:rPr lang="en-IN" sz="1800" kern="100" dirty="0">
                <a:effectLst/>
                <a:latin typeface="Calibri" panose="020F0502020204030204" pitchFamily="34" charset="0"/>
                <a:ea typeface="Calibri" panose="020F0502020204030204" pitchFamily="34" charset="0"/>
                <a:cs typeface="Arial" panose="020B0604020202020204" pitchFamily="34" charset="0"/>
              </a:rPr>
              <a:t> Bacchus and Adam </a:t>
            </a:r>
            <a:r>
              <a:rPr lang="en-IN" sz="1800" kern="100" dirty="0" err="1">
                <a:effectLst/>
                <a:latin typeface="Calibri" panose="020F0502020204030204" pitchFamily="34" charset="0"/>
                <a:ea typeface="Calibri" panose="020F0502020204030204" pitchFamily="34" charset="0"/>
                <a:cs typeface="Arial" panose="020B0604020202020204" pitchFamily="34" charset="0"/>
              </a:rPr>
              <a:t>Grov</a:t>
            </a:r>
            <a:r>
              <a:rPr lang="en-IN" sz="1800" kern="100" dirty="0">
                <a:effectLst/>
                <a:latin typeface="Book Antiqua" panose="02040602050305030304" pitchFamily="18" charset="0"/>
                <a:ea typeface="Calibri" panose="020F0502020204030204" pitchFamily="34" charset="0"/>
                <a:cs typeface="Arial" panose="020B0604020202020204" pitchFamily="34" charset="0"/>
              </a:rPr>
              <a:t> “</a:t>
            </a:r>
            <a:r>
              <a:rPr lang="en-IN" sz="1800" kern="100" dirty="0">
                <a:effectLst/>
                <a:latin typeface="Calibri" panose="020F0502020204030204" pitchFamily="34" charset="0"/>
                <a:ea typeface="Calibri" panose="020F0502020204030204" pitchFamily="34" charset="0"/>
                <a:cs typeface="Arial" panose="020B0604020202020204" pitchFamily="34" charset="0"/>
              </a:rPr>
              <a:t>Pseudo-code for Forward checking algorithm</a:t>
            </a:r>
            <a:r>
              <a:rPr lang="en-IN" sz="1800" kern="100" dirty="0">
                <a:effectLst/>
                <a:latin typeface="Book Antiqua" panose="02040602050305030304" pitchFamily="18" charset="0"/>
                <a:ea typeface="Calibri" panose="020F0502020204030204" pitchFamily="34" charset="0"/>
                <a:cs typeface="Arial" panose="020B0604020202020204" pitchFamily="34" charset="0"/>
              </a:rPr>
              <a:t>”  </a:t>
            </a:r>
            <a:r>
              <a:rPr lang="en-IN" sz="1800" kern="100" dirty="0">
                <a:effectLst/>
                <a:latin typeface="Calibri" panose="020F0502020204030204" pitchFamily="34" charset="0"/>
                <a:ea typeface="Calibri" panose="020F0502020204030204" pitchFamily="34" charset="0"/>
                <a:cs typeface="Arial" panose="020B0604020202020204" pitchFamily="34" charset="0"/>
              </a:rPr>
              <a:t>On The Forward Checking Algorithm ,page 4, under Preliminaries, fig 1</a:t>
            </a:r>
          </a:p>
          <a:p>
            <a:pPr marL="0" indent="0" algn="just">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Arial" panose="020B0604020202020204" pitchFamily="34" charset="0"/>
            </a:endParaRPr>
          </a:p>
          <a:p>
            <a:endParaRPr lang="en-IN" dirty="0"/>
          </a:p>
        </p:txBody>
      </p:sp>
    </p:spTree>
    <p:extLst>
      <p:ext uri="{BB962C8B-B14F-4D97-AF65-F5344CB8AC3E}">
        <p14:creationId xmlns:p14="http://schemas.microsoft.com/office/powerpoint/2010/main" val="8953208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84</TotalTime>
  <Words>1502</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Book Antiqua</vt:lpstr>
      <vt:lpstr>Calibri</vt:lpstr>
      <vt:lpstr>Century Gothic</vt:lpstr>
      <vt:lpstr>Symbol</vt:lpstr>
      <vt:lpstr>Times New Roman</vt:lpstr>
      <vt:lpstr>Wingdings 3</vt:lpstr>
      <vt:lpstr>Wisp</vt:lpstr>
      <vt:lpstr>PROJECT REPORT ON WORLD MAP COLOURING </vt:lpstr>
      <vt:lpstr> </vt:lpstr>
      <vt:lpstr>PowerPoint Presentation</vt:lpstr>
      <vt:lpstr>PowerPoint Presentation</vt:lpstr>
      <vt:lpstr>   </vt:lpstr>
      <vt:lpstr> </vt:lpstr>
      <vt:lpstr>PowerPoint Presentation</vt:lpstr>
      <vt:lpstr>PowerPoint Presentation</vt:lpstr>
      <vt:lpstr>              METHODOLOGY   4.2 Pseudocode </vt:lpstr>
      <vt:lpstr>       RESULTS</vt:lpstr>
      <vt:lpstr>                        RESULTS </vt:lpstr>
      <vt:lpstr>      CONCULSION</vt:lpstr>
      <vt:lpstr>                     FUTURE SCOPE</vt:lpstr>
      <vt:lpstr>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Anisha Subudhi</dc:creator>
  <cp:lastModifiedBy>MUKTI SINGH</cp:lastModifiedBy>
  <cp:revision>13</cp:revision>
  <dcterms:created xsi:type="dcterms:W3CDTF">2024-01-05T14:44:21Z</dcterms:created>
  <dcterms:modified xsi:type="dcterms:W3CDTF">2024-01-08T04:05:56Z</dcterms:modified>
</cp:coreProperties>
</file>